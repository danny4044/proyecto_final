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2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1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1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6697B8-F966-4C69-BAE5-C1F9E0F2920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B099CD2-E360-48BB-9D1F-D8FA3AB3B4D9}">
      <dgm:prSet/>
      <dgm:spPr/>
      <dgm:t>
        <a:bodyPr/>
        <a:lstStyle/>
        <a:p>
          <a:pPr>
            <a:defRPr cap="all"/>
          </a:pPr>
          <a:r>
            <a:rPr lang="en-US"/>
            <a:t>• Juego interactivo donde la computadora adivina el número del usuario.</a:t>
          </a:r>
        </a:p>
      </dgm:t>
    </dgm:pt>
    <dgm:pt modelId="{7BE83269-4C98-4457-8430-9E057E72566E}" type="parTrans" cxnId="{41F5DF31-97BA-4659-8F29-2BA20857B54B}">
      <dgm:prSet/>
      <dgm:spPr/>
      <dgm:t>
        <a:bodyPr/>
        <a:lstStyle/>
        <a:p>
          <a:endParaRPr lang="en-US"/>
        </a:p>
      </dgm:t>
    </dgm:pt>
    <dgm:pt modelId="{E4FB3817-7F84-4CDA-BBE9-120371CCCF7F}" type="sibTrans" cxnId="{41F5DF31-97BA-4659-8F29-2BA20857B54B}">
      <dgm:prSet/>
      <dgm:spPr/>
      <dgm:t>
        <a:bodyPr/>
        <a:lstStyle/>
        <a:p>
          <a:endParaRPr lang="en-US"/>
        </a:p>
      </dgm:t>
    </dgm:pt>
    <dgm:pt modelId="{90639712-3613-4C41-820E-F20AE0AAC229}">
      <dgm:prSet/>
      <dgm:spPr/>
      <dgm:t>
        <a:bodyPr/>
        <a:lstStyle/>
        <a:p>
          <a:pPr>
            <a:defRPr cap="all"/>
          </a:pPr>
          <a:r>
            <a:rPr lang="en-US"/>
            <a:t>• Utiliza algoritmos de búsqueda eficientes.</a:t>
          </a:r>
        </a:p>
      </dgm:t>
    </dgm:pt>
    <dgm:pt modelId="{8B719F0A-96F8-4EC6-8A7E-9479608B7622}" type="parTrans" cxnId="{AAFA040E-176F-42DA-9520-7BBF5D685A97}">
      <dgm:prSet/>
      <dgm:spPr/>
      <dgm:t>
        <a:bodyPr/>
        <a:lstStyle/>
        <a:p>
          <a:endParaRPr lang="en-US"/>
        </a:p>
      </dgm:t>
    </dgm:pt>
    <dgm:pt modelId="{75820FCE-F6F2-4AF2-AF84-D7B44FEF8033}" type="sibTrans" cxnId="{AAFA040E-176F-42DA-9520-7BBF5D685A97}">
      <dgm:prSet/>
      <dgm:spPr/>
      <dgm:t>
        <a:bodyPr/>
        <a:lstStyle/>
        <a:p>
          <a:endParaRPr lang="en-US"/>
        </a:p>
      </dgm:t>
    </dgm:pt>
    <dgm:pt modelId="{C6EFD708-813F-469D-9BB2-723F1CD53A73}">
      <dgm:prSet/>
      <dgm:spPr/>
      <dgm:t>
        <a:bodyPr/>
        <a:lstStyle/>
        <a:p>
          <a:pPr>
            <a:defRPr cap="all"/>
          </a:pPr>
          <a:r>
            <a:rPr lang="en-US"/>
            <a:t>• Proyecto académico integrador.</a:t>
          </a:r>
        </a:p>
      </dgm:t>
    </dgm:pt>
    <dgm:pt modelId="{FC0356CE-041B-47B3-BC2B-618497EBCFDA}" type="parTrans" cxnId="{A5ECF080-3B8D-4B07-B72F-A45FE3E02D45}">
      <dgm:prSet/>
      <dgm:spPr/>
      <dgm:t>
        <a:bodyPr/>
        <a:lstStyle/>
        <a:p>
          <a:endParaRPr lang="en-US"/>
        </a:p>
      </dgm:t>
    </dgm:pt>
    <dgm:pt modelId="{6F63CA55-7F4F-4EE1-9F23-714E8DC34642}" type="sibTrans" cxnId="{A5ECF080-3B8D-4B07-B72F-A45FE3E02D45}">
      <dgm:prSet/>
      <dgm:spPr/>
      <dgm:t>
        <a:bodyPr/>
        <a:lstStyle/>
        <a:p>
          <a:endParaRPr lang="en-US"/>
        </a:p>
      </dgm:t>
    </dgm:pt>
    <dgm:pt modelId="{41382303-4841-40C2-9C07-3EEEC788F2B1}" type="pres">
      <dgm:prSet presAssocID="{546697B8-F966-4C69-BAE5-C1F9E0F29205}" presName="root" presStyleCnt="0">
        <dgm:presLayoutVars>
          <dgm:dir/>
          <dgm:resizeHandles val="exact"/>
        </dgm:presLayoutVars>
      </dgm:prSet>
      <dgm:spPr/>
    </dgm:pt>
    <dgm:pt modelId="{A4F781F4-B44C-4B13-AA82-31364F732830}" type="pres">
      <dgm:prSet presAssocID="{9B099CD2-E360-48BB-9D1F-D8FA3AB3B4D9}" presName="compNode" presStyleCnt="0"/>
      <dgm:spPr/>
    </dgm:pt>
    <dgm:pt modelId="{CE837460-2260-4F0A-A8FE-6EF786B53C7F}" type="pres">
      <dgm:prSet presAssocID="{9B099CD2-E360-48BB-9D1F-D8FA3AB3B4D9}" presName="iconBgRect" presStyleLbl="bgShp" presStyleIdx="0" presStyleCnt="3"/>
      <dgm:spPr/>
    </dgm:pt>
    <dgm:pt modelId="{B98B02AD-FC0A-4F03-828C-F9C3AEB98101}" type="pres">
      <dgm:prSet presAssocID="{9B099CD2-E360-48BB-9D1F-D8FA3AB3B4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do"/>
        </a:ext>
      </dgm:extLst>
    </dgm:pt>
    <dgm:pt modelId="{95DF37D4-8FDF-4CFE-880F-FE4403871F9D}" type="pres">
      <dgm:prSet presAssocID="{9B099CD2-E360-48BB-9D1F-D8FA3AB3B4D9}" presName="spaceRect" presStyleCnt="0"/>
      <dgm:spPr/>
    </dgm:pt>
    <dgm:pt modelId="{48485346-0D5D-4480-833F-4679451B338C}" type="pres">
      <dgm:prSet presAssocID="{9B099CD2-E360-48BB-9D1F-D8FA3AB3B4D9}" presName="textRect" presStyleLbl="revTx" presStyleIdx="0" presStyleCnt="3">
        <dgm:presLayoutVars>
          <dgm:chMax val="1"/>
          <dgm:chPref val="1"/>
        </dgm:presLayoutVars>
      </dgm:prSet>
      <dgm:spPr/>
    </dgm:pt>
    <dgm:pt modelId="{067917F2-18ED-4EEB-8C40-15075E15F6FC}" type="pres">
      <dgm:prSet presAssocID="{E4FB3817-7F84-4CDA-BBE9-120371CCCF7F}" presName="sibTrans" presStyleCnt="0"/>
      <dgm:spPr/>
    </dgm:pt>
    <dgm:pt modelId="{680F756B-9489-4AD5-9821-D15174C9295B}" type="pres">
      <dgm:prSet presAssocID="{90639712-3613-4C41-820E-F20AE0AAC229}" presName="compNode" presStyleCnt="0"/>
      <dgm:spPr/>
    </dgm:pt>
    <dgm:pt modelId="{F94B7E8C-9800-4291-9294-699E7692A2AC}" type="pres">
      <dgm:prSet presAssocID="{90639712-3613-4C41-820E-F20AE0AAC229}" presName="iconBgRect" presStyleLbl="bgShp" presStyleIdx="1" presStyleCnt="3"/>
      <dgm:spPr/>
    </dgm:pt>
    <dgm:pt modelId="{472F2EA6-1B9A-40A6-BC7F-D284F07EA881}" type="pres">
      <dgm:prSet presAssocID="{90639712-3613-4C41-820E-F20AE0AAC22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0BE6B405-8AF3-46DD-A266-4DE3D2AFBC9B}" type="pres">
      <dgm:prSet presAssocID="{90639712-3613-4C41-820E-F20AE0AAC229}" presName="spaceRect" presStyleCnt="0"/>
      <dgm:spPr/>
    </dgm:pt>
    <dgm:pt modelId="{6998D541-1CC0-4DE2-A8C6-A1BF31D9DCE0}" type="pres">
      <dgm:prSet presAssocID="{90639712-3613-4C41-820E-F20AE0AAC229}" presName="textRect" presStyleLbl="revTx" presStyleIdx="1" presStyleCnt="3">
        <dgm:presLayoutVars>
          <dgm:chMax val="1"/>
          <dgm:chPref val="1"/>
        </dgm:presLayoutVars>
      </dgm:prSet>
      <dgm:spPr/>
    </dgm:pt>
    <dgm:pt modelId="{B7CEF960-8B53-4D39-92F9-7E467C840363}" type="pres">
      <dgm:prSet presAssocID="{75820FCE-F6F2-4AF2-AF84-D7B44FEF8033}" presName="sibTrans" presStyleCnt="0"/>
      <dgm:spPr/>
    </dgm:pt>
    <dgm:pt modelId="{022B4572-4772-47E9-832C-6428893F680D}" type="pres">
      <dgm:prSet presAssocID="{C6EFD708-813F-469D-9BB2-723F1CD53A73}" presName="compNode" presStyleCnt="0"/>
      <dgm:spPr/>
    </dgm:pt>
    <dgm:pt modelId="{751DCA20-F2A7-4379-859D-A0DFFEBDFF97}" type="pres">
      <dgm:prSet presAssocID="{C6EFD708-813F-469D-9BB2-723F1CD53A73}" presName="iconBgRect" presStyleLbl="bgShp" presStyleIdx="2" presStyleCnt="3"/>
      <dgm:spPr/>
    </dgm:pt>
    <dgm:pt modelId="{AADAFB9D-1CDC-480A-BED2-E9513EEC7F08}" type="pres">
      <dgm:prSet presAssocID="{C6EFD708-813F-469D-9BB2-723F1CD53A7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6AE44D5C-E76D-407A-A77E-1F2543D913FD}" type="pres">
      <dgm:prSet presAssocID="{C6EFD708-813F-469D-9BB2-723F1CD53A73}" presName="spaceRect" presStyleCnt="0"/>
      <dgm:spPr/>
    </dgm:pt>
    <dgm:pt modelId="{AB2058D8-AE66-4370-94D8-1BAF162B4F5C}" type="pres">
      <dgm:prSet presAssocID="{C6EFD708-813F-469D-9BB2-723F1CD53A7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AFA040E-176F-42DA-9520-7BBF5D685A97}" srcId="{546697B8-F966-4C69-BAE5-C1F9E0F29205}" destId="{90639712-3613-4C41-820E-F20AE0AAC229}" srcOrd="1" destOrd="0" parTransId="{8B719F0A-96F8-4EC6-8A7E-9479608B7622}" sibTransId="{75820FCE-F6F2-4AF2-AF84-D7B44FEF8033}"/>
    <dgm:cxn modelId="{41F5DF31-97BA-4659-8F29-2BA20857B54B}" srcId="{546697B8-F966-4C69-BAE5-C1F9E0F29205}" destId="{9B099CD2-E360-48BB-9D1F-D8FA3AB3B4D9}" srcOrd="0" destOrd="0" parTransId="{7BE83269-4C98-4457-8430-9E057E72566E}" sibTransId="{E4FB3817-7F84-4CDA-BBE9-120371CCCF7F}"/>
    <dgm:cxn modelId="{FAADFC32-8549-4A63-AF21-E101D4B1130C}" type="presOf" srcId="{90639712-3613-4C41-820E-F20AE0AAC229}" destId="{6998D541-1CC0-4DE2-A8C6-A1BF31D9DCE0}" srcOrd="0" destOrd="0" presId="urn:microsoft.com/office/officeart/2018/5/layout/IconCircleLabelList"/>
    <dgm:cxn modelId="{99FAAB37-26B1-459F-921B-DE59292DF7D8}" type="presOf" srcId="{C6EFD708-813F-469D-9BB2-723F1CD53A73}" destId="{AB2058D8-AE66-4370-94D8-1BAF162B4F5C}" srcOrd="0" destOrd="0" presId="urn:microsoft.com/office/officeart/2018/5/layout/IconCircleLabelList"/>
    <dgm:cxn modelId="{A5ECF080-3B8D-4B07-B72F-A45FE3E02D45}" srcId="{546697B8-F966-4C69-BAE5-C1F9E0F29205}" destId="{C6EFD708-813F-469D-9BB2-723F1CD53A73}" srcOrd="2" destOrd="0" parTransId="{FC0356CE-041B-47B3-BC2B-618497EBCFDA}" sibTransId="{6F63CA55-7F4F-4EE1-9F23-714E8DC34642}"/>
    <dgm:cxn modelId="{8AC5A9E4-0B7E-457B-BF70-FE887F05DCAE}" type="presOf" srcId="{546697B8-F966-4C69-BAE5-C1F9E0F29205}" destId="{41382303-4841-40C2-9C07-3EEEC788F2B1}" srcOrd="0" destOrd="0" presId="urn:microsoft.com/office/officeart/2018/5/layout/IconCircleLabelList"/>
    <dgm:cxn modelId="{7CF7BAFE-E2A8-44E6-846B-7B262EDCF95A}" type="presOf" srcId="{9B099CD2-E360-48BB-9D1F-D8FA3AB3B4D9}" destId="{48485346-0D5D-4480-833F-4679451B338C}" srcOrd="0" destOrd="0" presId="urn:microsoft.com/office/officeart/2018/5/layout/IconCircleLabelList"/>
    <dgm:cxn modelId="{7033E74B-AD3B-41F9-9382-D79D455FBAFB}" type="presParOf" srcId="{41382303-4841-40C2-9C07-3EEEC788F2B1}" destId="{A4F781F4-B44C-4B13-AA82-31364F732830}" srcOrd="0" destOrd="0" presId="urn:microsoft.com/office/officeart/2018/5/layout/IconCircleLabelList"/>
    <dgm:cxn modelId="{F2B61D54-BC18-43D6-A543-9D77824FB2B1}" type="presParOf" srcId="{A4F781F4-B44C-4B13-AA82-31364F732830}" destId="{CE837460-2260-4F0A-A8FE-6EF786B53C7F}" srcOrd="0" destOrd="0" presId="urn:microsoft.com/office/officeart/2018/5/layout/IconCircleLabelList"/>
    <dgm:cxn modelId="{C19D4037-ECCB-47CB-9D11-25EC0D24490D}" type="presParOf" srcId="{A4F781F4-B44C-4B13-AA82-31364F732830}" destId="{B98B02AD-FC0A-4F03-828C-F9C3AEB98101}" srcOrd="1" destOrd="0" presId="urn:microsoft.com/office/officeart/2018/5/layout/IconCircleLabelList"/>
    <dgm:cxn modelId="{B4C2429C-5547-418D-9061-64AA83BFEE72}" type="presParOf" srcId="{A4F781F4-B44C-4B13-AA82-31364F732830}" destId="{95DF37D4-8FDF-4CFE-880F-FE4403871F9D}" srcOrd="2" destOrd="0" presId="urn:microsoft.com/office/officeart/2018/5/layout/IconCircleLabelList"/>
    <dgm:cxn modelId="{8D43A9B0-0716-4596-BCC7-3E1764D8C9D8}" type="presParOf" srcId="{A4F781F4-B44C-4B13-AA82-31364F732830}" destId="{48485346-0D5D-4480-833F-4679451B338C}" srcOrd="3" destOrd="0" presId="urn:microsoft.com/office/officeart/2018/5/layout/IconCircleLabelList"/>
    <dgm:cxn modelId="{BBD0566A-0E17-4582-BB0E-6AEEBB7B1372}" type="presParOf" srcId="{41382303-4841-40C2-9C07-3EEEC788F2B1}" destId="{067917F2-18ED-4EEB-8C40-15075E15F6FC}" srcOrd="1" destOrd="0" presId="urn:microsoft.com/office/officeart/2018/5/layout/IconCircleLabelList"/>
    <dgm:cxn modelId="{0791F449-E8AC-49E8-B980-E4A26105E970}" type="presParOf" srcId="{41382303-4841-40C2-9C07-3EEEC788F2B1}" destId="{680F756B-9489-4AD5-9821-D15174C9295B}" srcOrd="2" destOrd="0" presId="urn:microsoft.com/office/officeart/2018/5/layout/IconCircleLabelList"/>
    <dgm:cxn modelId="{55134C75-C375-42B1-87A3-07DB31D140BF}" type="presParOf" srcId="{680F756B-9489-4AD5-9821-D15174C9295B}" destId="{F94B7E8C-9800-4291-9294-699E7692A2AC}" srcOrd="0" destOrd="0" presId="urn:microsoft.com/office/officeart/2018/5/layout/IconCircleLabelList"/>
    <dgm:cxn modelId="{01DCA191-417E-43AD-8A8C-7A195F2861EA}" type="presParOf" srcId="{680F756B-9489-4AD5-9821-D15174C9295B}" destId="{472F2EA6-1B9A-40A6-BC7F-D284F07EA881}" srcOrd="1" destOrd="0" presId="urn:microsoft.com/office/officeart/2018/5/layout/IconCircleLabelList"/>
    <dgm:cxn modelId="{80E61A04-ECA5-430B-A4E7-F23367BB8C7C}" type="presParOf" srcId="{680F756B-9489-4AD5-9821-D15174C9295B}" destId="{0BE6B405-8AF3-46DD-A266-4DE3D2AFBC9B}" srcOrd="2" destOrd="0" presId="urn:microsoft.com/office/officeart/2018/5/layout/IconCircleLabelList"/>
    <dgm:cxn modelId="{DBB7E631-DC8E-4046-97FA-E5F92A88E2C0}" type="presParOf" srcId="{680F756B-9489-4AD5-9821-D15174C9295B}" destId="{6998D541-1CC0-4DE2-A8C6-A1BF31D9DCE0}" srcOrd="3" destOrd="0" presId="urn:microsoft.com/office/officeart/2018/5/layout/IconCircleLabelList"/>
    <dgm:cxn modelId="{2F170C6B-51AF-47A4-94C4-FB0487F1386C}" type="presParOf" srcId="{41382303-4841-40C2-9C07-3EEEC788F2B1}" destId="{B7CEF960-8B53-4D39-92F9-7E467C840363}" srcOrd="3" destOrd="0" presId="urn:microsoft.com/office/officeart/2018/5/layout/IconCircleLabelList"/>
    <dgm:cxn modelId="{56B2C34B-9A27-4060-AF6A-AC630174C593}" type="presParOf" srcId="{41382303-4841-40C2-9C07-3EEEC788F2B1}" destId="{022B4572-4772-47E9-832C-6428893F680D}" srcOrd="4" destOrd="0" presId="urn:microsoft.com/office/officeart/2018/5/layout/IconCircleLabelList"/>
    <dgm:cxn modelId="{6388AAFD-097B-4D88-9FAF-2A70EF4918B6}" type="presParOf" srcId="{022B4572-4772-47E9-832C-6428893F680D}" destId="{751DCA20-F2A7-4379-859D-A0DFFEBDFF97}" srcOrd="0" destOrd="0" presId="urn:microsoft.com/office/officeart/2018/5/layout/IconCircleLabelList"/>
    <dgm:cxn modelId="{F214481E-7659-48F6-98F2-147CAE2A16CF}" type="presParOf" srcId="{022B4572-4772-47E9-832C-6428893F680D}" destId="{AADAFB9D-1CDC-480A-BED2-E9513EEC7F08}" srcOrd="1" destOrd="0" presId="urn:microsoft.com/office/officeart/2018/5/layout/IconCircleLabelList"/>
    <dgm:cxn modelId="{FA2CE0F3-36A7-4966-9A93-65AA3F377637}" type="presParOf" srcId="{022B4572-4772-47E9-832C-6428893F680D}" destId="{6AE44D5C-E76D-407A-A77E-1F2543D913FD}" srcOrd="2" destOrd="0" presId="urn:microsoft.com/office/officeart/2018/5/layout/IconCircleLabelList"/>
    <dgm:cxn modelId="{4AA46C29-CC53-44BB-9150-6062D454BF01}" type="presParOf" srcId="{022B4572-4772-47E9-832C-6428893F680D}" destId="{AB2058D8-AE66-4370-94D8-1BAF162B4F5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E33071-66AE-4032-84C3-574B85094A5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413F105-5A9C-4E0D-B5FE-D30619C03ECF}">
      <dgm:prSet/>
      <dgm:spPr/>
      <dgm:t>
        <a:bodyPr/>
        <a:lstStyle/>
        <a:p>
          <a:pPr>
            <a:defRPr cap="all"/>
          </a:pPr>
          <a:r>
            <a:rPr lang="en-US"/>
            <a:t>• El usuario piensa un número dentro de un rango.</a:t>
          </a:r>
        </a:p>
      </dgm:t>
    </dgm:pt>
    <dgm:pt modelId="{258349CA-D1B9-449E-9076-A5DE0D786AF1}" type="parTrans" cxnId="{4F247228-4380-40D6-9D77-21D69C7F0C4B}">
      <dgm:prSet/>
      <dgm:spPr/>
      <dgm:t>
        <a:bodyPr/>
        <a:lstStyle/>
        <a:p>
          <a:endParaRPr lang="en-US"/>
        </a:p>
      </dgm:t>
    </dgm:pt>
    <dgm:pt modelId="{EBB7D3DD-DFA8-4E68-B332-C5FCC686C63F}" type="sibTrans" cxnId="{4F247228-4380-40D6-9D77-21D69C7F0C4B}">
      <dgm:prSet/>
      <dgm:spPr/>
      <dgm:t>
        <a:bodyPr/>
        <a:lstStyle/>
        <a:p>
          <a:endParaRPr lang="en-US"/>
        </a:p>
      </dgm:t>
    </dgm:pt>
    <dgm:pt modelId="{E2709A9C-9D3D-49D5-8F0C-2BEC1DE1A16A}">
      <dgm:prSet/>
      <dgm:spPr/>
      <dgm:t>
        <a:bodyPr/>
        <a:lstStyle/>
        <a:p>
          <a:pPr>
            <a:defRPr cap="all"/>
          </a:pPr>
          <a:r>
            <a:rPr lang="en-US"/>
            <a:t>• El sistema propone un número.</a:t>
          </a:r>
        </a:p>
      </dgm:t>
    </dgm:pt>
    <dgm:pt modelId="{00F8CD5F-B746-46FD-8266-B1106448DAB8}" type="parTrans" cxnId="{92163C2E-04EB-4EC8-80A8-C14C82A9A17A}">
      <dgm:prSet/>
      <dgm:spPr/>
      <dgm:t>
        <a:bodyPr/>
        <a:lstStyle/>
        <a:p>
          <a:endParaRPr lang="en-US"/>
        </a:p>
      </dgm:t>
    </dgm:pt>
    <dgm:pt modelId="{C42C0B44-D69A-4F3D-BFE2-C7D1BC13CD96}" type="sibTrans" cxnId="{92163C2E-04EB-4EC8-80A8-C14C82A9A17A}">
      <dgm:prSet/>
      <dgm:spPr/>
      <dgm:t>
        <a:bodyPr/>
        <a:lstStyle/>
        <a:p>
          <a:endParaRPr lang="en-US"/>
        </a:p>
      </dgm:t>
    </dgm:pt>
    <dgm:pt modelId="{DB9F91B9-74A2-4327-8FCF-8D7103609370}">
      <dgm:prSet/>
      <dgm:spPr/>
      <dgm:t>
        <a:bodyPr/>
        <a:lstStyle/>
        <a:p>
          <a:pPr>
            <a:defRPr cap="all"/>
          </a:pPr>
          <a:r>
            <a:rPr lang="en-US"/>
            <a:t>• El usuario indica si es mayor, menor o correcto.</a:t>
          </a:r>
        </a:p>
      </dgm:t>
    </dgm:pt>
    <dgm:pt modelId="{41813300-1927-45F4-A983-E84DE639930D}" type="parTrans" cxnId="{18D93B52-56CD-4701-9380-D481391B5944}">
      <dgm:prSet/>
      <dgm:spPr/>
      <dgm:t>
        <a:bodyPr/>
        <a:lstStyle/>
        <a:p>
          <a:endParaRPr lang="en-US"/>
        </a:p>
      </dgm:t>
    </dgm:pt>
    <dgm:pt modelId="{4516FE42-4FD9-450D-85FE-289C85C844E3}" type="sibTrans" cxnId="{18D93B52-56CD-4701-9380-D481391B5944}">
      <dgm:prSet/>
      <dgm:spPr/>
      <dgm:t>
        <a:bodyPr/>
        <a:lstStyle/>
        <a:p>
          <a:endParaRPr lang="en-US"/>
        </a:p>
      </dgm:t>
    </dgm:pt>
    <dgm:pt modelId="{D7A8E904-C968-4801-A029-AB5B1E1654C8}">
      <dgm:prSet/>
      <dgm:spPr/>
      <dgm:t>
        <a:bodyPr/>
        <a:lstStyle/>
        <a:p>
          <a:pPr>
            <a:defRPr cap="all"/>
          </a:pPr>
          <a:r>
            <a:rPr lang="en-US"/>
            <a:t>• El rango se ajusta automáticamente.</a:t>
          </a:r>
        </a:p>
      </dgm:t>
    </dgm:pt>
    <dgm:pt modelId="{2BE24F58-B252-450D-9FF3-2F1D6541F958}" type="parTrans" cxnId="{5BFAC334-25B2-40E4-BF87-9AACD1DEECD2}">
      <dgm:prSet/>
      <dgm:spPr/>
      <dgm:t>
        <a:bodyPr/>
        <a:lstStyle/>
        <a:p>
          <a:endParaRPr lang="en-US"/>
        </a:p>
      </dgm:t>
    </dgm:pt>
    <dgm:pt modelId="{B8EAF698-71B3-4E27-BA7F-3EA02D87892B}" type="sibTrans" cxnId="{5BFAC334-25B2-40E4-BF87-9AACD1DEECD2}">
      <dgm:prSet/>
      <dgm:spPr/>
      <dgm:t>
        <a:bodyPr/>
        <a:lstStyle/>
        <a:p>
          <a:endParaRPr lang="en-US"/>
        </a:p>
      </dgm:t>
    </dgm:pt>
    <dgm:pt modelId="{9F62A5F9-B777-4D3C-9F51-D2728CA2BB57}" type="pres">
      <dgm:prSet presAssocID="{13E33071-66AE-4032-84C3-574B85094A53}" presName="root" presStyleCnt="0">
        <dgm:presLayoutVars>
          <dgm:dir/>
          <dgm:resizeHandles val="exact"/>
        </dgm:presLayoutVars>
      </dgm:prSet>
      <dgm:spPr/>
    </dgm:pt>
    <dgm:pt modelId="{65AD1043-81AA-4A24-971C-8F7FA6AFF775}" type="pres">
      <dgm:prSet presAssocID="{B413F105-5A9C-4E0D-B5FE-D30619C03ECF}" presName="compNode" presStyleCnt="0"/>
      <dgm:spPr/>
    </dgm:pt>
    <dgm:pt modelId="{7BE6956B-E8A8-44FF-82B5-D4A97B45CC48}" type="pres">
      <dgm:prSet presAssocID="{B413F105-5A9C-4E0D-B5FE-D30619C03ECF}" presName="iconBgRect" presStyleLbl="bgShp" presStyleIdx="0" presStyleCnt="4"/>
      <dgm:spPr/>
    </dgm:pt>
    <dgm:pt modelId="{4A86CDD8-4A74-4FDE-B7CC-97F8E98874C2}" type="pres">
      <dgm:prSet presAssocID="{B413F105-5A9C-4E0D-B5FE-D30619C03EC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itán"/>
        </a:ext>
      </dgm:extLst>
    </dgm:pt>
    <dgm:pt modelId="{98223740-9925-4438-B3B0-DCE74D749204}" type="pres">
      <dgm:prSet presAssocID="{B413F105-5A9C-4E0D-B5FE-D30619C03ECF}" presName="spaceRect" presStyleCnt="0"/>
      <dgm:spPr/>
    </dgm:pt>
    <dgm:pt modelId="{55A6FA0C-2247-4B7F-8EFE-8106C844D8EA}" type="pres">
      <dgm:prSet presAssocID="{B413F105-5A9C-4E0D-B5FE-D30619C03ECF}" presName="textRect" presStyleLbl="revTx" presStyleIdx="0" presStyleCnt="4">
        <dgm:presLayoutVars>
          <dgm:chMax val="1"/>
          <dgm:chPref val="1"/>
        </dgm:presLayoutVars>
      </dgm:prSet>
      <dgm:spPr/>
    </dgm:pt>
    <dgm:pt modelId="{C1F608E0-CDBA-4148-9BBE-E6C94F452CDE}" type="pres">
      <dgm:prSet presAssocID="{EBB7D3DD-DFA8-4E68-B332-C5FCC686C63F}" presName="sibTrans" presStyleCnt="0"/>
      <dgm:spPr/>
    </dgm:pt>
    <dgm:pt modelId="{81BA08DD-048A-4255-B599-0B745B6D9E33}" type="pres">
      <dgm:prSet presAssocID="{E2709A9C-9D3D-49D5-8F0C-2BEC1DE1A16A}" presName="compNode" presStyleCnt="0"/>
      <dgm:spPr/>
    </dgm:pt>
    <dgm:pt modelId="{06587A3D-CE66-4E28-88E8-8C8F8B6C1066}" type="pres">
      <dgm:prSet presAssocID="{E2709A9C-9D3D-49D5-8F0C-2BEC1DE1A16A}" presName="iconBgRect" presStyleLbl="bgShp" presStyleIdx="1" presStyleCnt="4"/>
      <dgm:spPr/>
    </dgm:pt>
    <dgm:pt modelId="{DBF298FE-799C-49CC-905B-62A0C9ADF4FD}" type="pres">
      <dgm:prSet presAssocID="{E2709A9C-9D3D-49D5-8F0C-2BEC1DE1A16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79301685-1F01-4AB9-92C3-0D8369A51B3F}" type="pres">
      <dgm:prSet presAssocID="{E2709A9C-9D3D-49D5-8F0C-2BEC1DE1A16A}" presName="spaceRect" presStyleCnt="0"/>
      <dgm:spPr/>
    </dgm:pt>
    <dgm:pt modelId="{B5FEBB9E-25E9-47F7-BDA8-D97174127F22}" type="pres">
      <dgm:prSet presAssocID="{E2709A9C-9D3D-49D5-8F0C-2BEC1DE1A16A}" presName="textRect" presStyleLbl="revTx" presStyleIdx="1" presStyleCnt="4">
        <dgm:presLayoutVars>
          <dgm:chMax val="1"/>
          <dgm:chPref val="1"/>
        </dgm:presLayoutVars>
      </dgm:prSet>
      <dgm:spPr/>
    </dgm:pt>
    <dgm:pt modelId="{CF223BEE-1D41-4217-B3A1-DC8C9A5531CA}" type="pres">
      <dgm:prSet presAssocID="{C42C0B44-D69A-4F3D-BFE2-C7D1BC13CD96}" presName="sibTrans" presStyleCnt="0"/>
      <dgm:spPr/>
    </dgm:pt>
    <dgm:pt modelId="{465D9151-F989-4E68-A0C1-B0B353F04B0D}" type="pres">
      <dgm:prSet presAssocID="{DB9F91B9-74A2-4327-8FCF-8D7103609370}" presName="compNode" presStyleCnt="0"/>
      <dgm:spPr/>
    </dgm:pt>
    <dgm:pt modelId="{B8007048-AFE5-41E4-B9A6-46F7BE9F3A3D}" type="pres">
      <dgm:prSet presAssocID="{DB9F91B9-74A2-4327-8FCF-8D7103609370}" presName="iconBgRect" presStyleLbl="bgShp" presStyleIdx="2" presStyleCnt="4"/>
      <dgm:spPr/>
    </dgm:pt>
    <dgm:pt modelId="{2B48FDDB-F352-4D41-8662-5E13272F6241}" type="pres">
      <dgm:prSet presAssocID="{DB9F91B9-74A2-4327-8FCF-8D71036093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99C0F4D5-852A-4544-B2A3-976772B21D78}" type="pres">
      <dgm:prSet presAssocID="{DB9F91B9-74A2-4327-8FCF-8D7103609370}" presName="spaceRect" presStyleCnt="0"/>
      <dgm:spPr/>
    </dgm:pt>
    <dgm:pt modelId="{87A185C5-63D9-4876-87A5-F6E384FDDB1F}" type="pres">
      <dgm:prSet presAssocID="{DB9F91B9-74A2-4327-8FCF-8D7103609370}" presName="textRect" presStyleLbl="revTx" presStyleIdx="2" presStyleCnt="4">
        <dgm:presLayoutVars>
          <dgm:chMax val="1"/>
          <dgm:chPref val="1"/>
        </dgm:presLayoutVars>
      </dgm:prSet>
      <dgm:spPr/>
    </dgm:pt>
    <dgm:pt modelId="{6BDE370B-C07C-49E0-9F72-2E856031B9B8}" type="pres">
      <dgm:prSet presAssocID="{4516FE42-4FD9-450D-85FE-289C85C844E3}" presName="sibTrans" presStyleCnt="0"/>
      <dgm:spPr/>
    </dgm:pt>
    <dgm:pt modelId="{8B8EFEEF-A26C-4DB5-A1E4-47FDCBF773CE}" type="pres">
      <dgm:prSet presAssocID="{D7A8E904-C968-4801-A029-AB5B1E1654C8}" presName="compNode" presStyleCnt="0"/>
      <dgm:spPr/>
    </dgm:pt>
    <dgm:pt modelId="{5CC55CC5-9DDB-4DA9-98D0-9E3C75D1CD86}" type="pres">
      <dgm:prSet presAssocID="{D7A8E904-C968-4801-A029-AB5B1E1654C8}" presName="iconBgRect" presStyleLbl="bgShp" presStyleIdx="3" presStyleCnt="4"/>
      <dgm:spPr/>
    </dgm:pt>
    <dgm:pt modelId="{6CC8E16C-00C0-4DB7-839B-DF15BC406D4B}" type="pres">
      <dgm:prSet presAssocID="{D7A8E904-C968-4801-A029-AB5B1E1654C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01DE86EE-436B-4D07-A85B-B7ACD8402D74}" type="pres">
      <dgm:prSet presAssocID="{D7A8E904-C968-4801-A029-AB5B1E1654C8}" presName="spaceRect" presStyleCnt="0"/>
      <dgm:spPr/>
    </dgm:pt>
    <dgm:pt modelId="{22743628-836B-43ED-8685-E6E8C5F44D0B}" type="pres">
      <dgm:prSet presAssocID="{D7A8E904-C968-4801-A029-AB5B1E1654C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4932E14-2391-48D0-87CA-4911B7CFDE8F}" type="presOf" srcId="{DB9F91B9-74A2-4327-8FCF-8D7103609370}" destId="{87A185C5-63D9-4876-87A5-F6E384FDDB1F}" srcOrd="0" destOrd="0" presId="urn:microsoft.com/office/officeart/2018/5/layout/IconCircleLabelList"/>
    <dgm:cxn modelId="{07180A22-3D27-49F9-A40E-7ACFC196B267}" type="presOf" srcId="{E2709A9C-9D3D-49D5-8F0C-2BEC1DE1A16A}" destId="{B5FEBB9E-25E9-47F7-BDA8-D97174127F22}" srcOrd="0" destOrd="0" presId="urn:microsoft.com/office/officeart/2018/5/layout/IconCircleLabelList"/>
    <dgm:cxn modelId="{4F247228-4380-40D6-9D77-21D69C7F0C4B}" srcId="{13E33071-66AE-4032-84C3-574B85094A53}" destId="{B413F105-5A9C-4E0D-B5FE-D30619C03ECF}" srcOrd="0" destOrd="0" parTransId="{258349CA-D1B9-449E-9076-A5DE0D786AF1}" sibTransId="{EBB7D3DD-DFA8-4E68-B332-C5FCC686C63F}"/>
    <dgm:cxn modelId="{92163C2E-04EB-4EC8-80A8-C14C82A9A17A}" srcId="{13E33071-66AE-4032-84C3-574B85094A53}" destId="{E2709A9C-9D3D-49D5-8F0C-2BEC1DE1A16A}" srcOrd="1" destOrd="0" parTransId="{00F8CD5F-B746-46FD-8266-B1106448DAB8}" sibTransId="{C42C0B44-D69A-4F3D-BFE2-C7D1BC13CD96}"/>
    <dgm:cxn modelId="{7D69FE31-652E-46AF-A664-66BBDE49F9B9}" type="presOf" srcId="{D7A8E904-C968-4801-A029-AB5B1E1654C8}" destId="{22743628-836B-43ED-8685-E6E8C5F44D0B}" srcOrd="0" destOrd="0" presId="urn:microsoft.com/office/officeart/2018/5/layout/IconCircleLabelList"/>
    <dgm:cxn modelId="{5BFAC334-25B2-40E4-BF87-9AACD1DEECD2}" srcId="{13E33071-66AE-4032-84C3-574B85094A53}" destId="{D7A8E904-C968-4801-A029-AB5B1E1654C8}" srcOrd="3" destOrd="0" parTransId="{2BE24F58-B252-450D-9FF3-2F1D6541F958}" sibTransId="{B8EAF698-71B3-4E27-BA7F-3EA02D87892B}"/>
    <dgm:cxn modelId="{18D93B52-56CD-4701-9380-D481391B5944}" srcId="{13E33071-66AE-4032-84C3-574B85094A53}" destId="{DB9F91B9-74A2-4327-8FCF-8D7103609370}" srcOrd="2" destOrd="0" parTransId="{41813300-1927-45F4-A983-E84DE639930D}" sibTransId="{4516FE42-4FD9-450D-85FE-289C85C844E3}"/>
    <dgm:cxn modelId="{B4E9CD91-EC88-425C-BD53-130734CEB4A9}" type="presOf" srcId="{13E33071-66AE-4032-84C3-574B85094A53}" destId="{9F62A5F9-B777-4D3C-9F51-D2728CA2BB57}" srcOrd="0" destOrd="0" presId="urn:microsoft.com/office/officeart/2018/5/layout/IconCircleLabelList"/>
    <dgm:cxn modelId="{7C4F82C0-AF55-4D9A-8DE2-2903A36D192D}" type="presOf" srcId="{B413F105-5A9C-4E0D-B5FE-D30619C03ECF}" destId="{55A6FA0C-2247-4B7F-8EFE-8106C844D8EA}" srcOrd="0" destOrd="0" presId="urn:microsoft.com/office/officeart/2018/5/layout/IconCircleLabelList"/>
    <dgm:cxn modelId="{1AFDB0D2-0EF5-41E6-8F0A-6320C9730F30}" type="presParOf" srcId="{9F62A5F9-B777-4D3C-9F51-D2728CA2BB57}" destId="{65AD1043-81AA-4A24-971C-8F7FA6AFF775}" srcOrd="0" destOrd="0" presId="urn:microsoft.com/office/officeart/2018/5/layout/IconCircleLabelList"/>
    <dgm:cxn modelId="{D81D8546-57A1-467B-9FD9-8F29B4B75F70}" type="presParOf" srcId="{65AD1043-81AA-4A24-971C-8F7FA6AFF775}" destId="{7BE6956B-E8A8-44FF-82B5-D4A97B45CC48}" srcOrd="0" destOrd="0" presId="urn:microsoft.com/office/officeart/2018/5/layout/IconCircleLabelList"/>
    <dgm:cxn modelId="{7B4A2FCB-0B54-4213-A846-95E62EBC0ADE}" type="presParOf" srcId="{65AD1043-81AA-4A24-971C-8F7FA6AFF775}" destId="{4A86CDD8-4A74-4FDE-B7CC-97F8E98874C2}" srcOrd="1" destOrd="0" presId="urn:microsoft.com/office/officeart/2018/5/layout/IconCircleLabelList"/>
    <dgm:cxn modelId="{E39435EF-774F-4821-BF8C-D681266BBD74}" type="presParOf" srcId="{65AD1043-81AA-4A24-971C-8F7FA6AFF775}" destId="{98223740-9925-4438-B3B0-DCE74D749204}" srcOrd="2" destOrd="0" presId="urn:microsoft.com/office/officeart/2018/5/layout/IconCircleLabelList"/>
    <dgm:cxn modelId="{97615029-53BE-486C-BC68-DE25314C6349}" type="presParOf" srcId="{65AD1043-81AA-4A24-971C-8F7FA6AFF775}" destId="{55A6FA0C-2247-4B7F-8EFE-8106C844D8EA}" srcOrd="3" destOrd="0" presId="urn:microsoft.com/office/officeart/2018/5/layout/IconCircleLabelList"/>
    <dgm:cxn modelId="{39441A3F-E4DD-4D98-8188-2FC0D99EF4B1}" type="presParOf" srcId="{9F62A5F9-B777-4D3C-9F51-D2728CA2BB57}" destId="{C1F608E0-CDBA-4148-9BBE-E6C94F452CDE}" srcOrd="1" destOrd="0" presId="urn:microsoft.com/office/officeart/2018/5/layout/IconCircleLabelList"/>
    <dgm:cxn modelId="{CD1F2E08-87CF-4E85-BA88-E689D7D63DBF}" type="presParOf" srcId="{9F62A5F9-B777-4D3C-9F51-D2728CA2BB57}" destId="{81BA08DD-048A-4255-B599-0B745B6D9E33}" srcOrd="2" destOrd="0" presId="urn:microsoft.com/office/officeart/2018/5/layout/IconCircleLabelList"/>
    <dgm:cxn modelId="{AA31BEB6-47C5-4427-A561-937C4E9B3169}" type="presParOf" srcId="{81BA08DD-048A-4255-B599-0B745B6D9E33}" destId="{06587A3D-CE66-4E28-88E8-8C8F8B6C1066}" srcOrd="0" destOrd="0" presId="urn:microsoft.com/office/officeart/2018/5/layout/IconCircleLabelList"/>
    <dgm:cxn modelId="{0DF79848-AA08-477A-9164-0C5F75999DAB}" type="presParOf" srcId="{81BA08DD-048A-4255-B599-0B745B6D9E33}" destId="{DBF298FE-799C-49CC-905B-62A0C9ADF4FD}" srcOrd="1" destOrd="0" presId="urn:microsoft.com/office/officeart/2018/5/layout/IconCircleLabelList"/>
    <dgm:cxn modelId="{91BDD702-B9F9-4A8E-AC3E-4CC6427F92CD}" type="presParOf" srcId="{81BA08DD-048A-4255-B599-0B745B6D9E33}" destId="{79301685-1F01-4AB9-92C3-0D8369A51B3F}" srcOrd="2" destOrd="0" presId="urn:microsoft.com/office/officeart/2018/5/layout/IconCircleLabelList"/>
    <dgm:cxn modelId="{230E7A7D-70DC-4CB8-AD54-0AEC2D3996CF}" type="presParOf" srcId="{81BA08DD-048A-4255-B599-0B745B6D9E33}" destId="{B5FEBB9E-25E9-47F7-BDA8-D97174127F22}" srcOrd="3" destOrd="0" presId="urn:microsoft.com/office/officeart/2018/5/layout/IconCircleLabelList"/>
    <dgm:cxn modelId="{3BA3DB07-F0A7-47CA-A76A-5F2FBF7A4637}" type="presParOf" srcId="{9F62A5F9-B777-4D3C-9F51-D2728CA2BB57}" destId="{CF223BEE-1D41-4217-B3A1-DC8C9A5531CA}" srcOrd="3" destOrd="0" presId="urn:microsoft.com/office/officeart/2018/5/layout/IconCircleLabelList"/>
    <dgm:cxn modelId="{0FA8B952-8D7D-4905-94D0-50AB802A94A5}" type="presParOf" srcId="{9F62A5F9-B777-4D3C-9F51-D2728CA2BB57}" destId="{465D9151-F989-4E68-A0C1-B0B353F04B0D}" srcOrd="4" destOrd="0" presId="urn:microsoft.com/office/officeart/2018/5/layout/IconCircleLabelList"/>
    <dgm:cxn modelId="{4128FC84-E098-4A48-A39B-B648053920A6}" type="presParOf" srcId="{465D9151-F989-4E68-A0C1-B0B353F04B0D}" destId="{B8007048-AFE5-41E4-B9A6-46F7BE9F3A3D}" srcOrd="0" destOrd="0" presId="urn:microsoft.com/office/officeart/2018/5/layout/IconCircleLabelList"/>
    <dgm:cxn modelId="{2AE826D4-F22B-4971-B7E7-F451BEA9D13F}" type="presParOf" srcId="{465D9151-F989-4E68-A0C1-B0B353F04B0D}" destId="{2B48FDDB-F352-4D41-8662-5E13272F6241}" srcOrd="1" destOrd="0" presId="urn:microsoft.com/office/officeart/2018/5/layout/IconCircleLabelList"/>
    <dgm:cxn modelId="{C2F44B02-48FD-44D7-B480-45F9779618D1}" type="presParOf" srcId="{465D9151-F989-4E68-A0C1-B0B353F04B0D}" destId="{99C0F4D5-852A-4544-B2A3-976772B21D78}" srcOrd="2" destOrd="0" presId="urn:microsoft.com/office/officeart/2018/5/layout/IconCircleLabelList"/>
    <dgm:cxn modelId="{394BB37E-B7FD-47DC-96C9-92770813D3F6}" type="presParOf" srcId="{465D9151-F989-4E68-A0C1-B0B353F04B0D}" destId="{87A185C5-63D9-4876-87A5-F6E384FDDB1F}" srcOrd="3" destOrd="0" presId="urn:microsoft.com/office/officeart/2018/5/layout/IconCircleLabelList"/>
    <dgm:cxn modelId="{AB59CC52-2675-4BB8-B3F0-91FD41C34598}" type="presParOf" srcId="{9F62A5F9-B777-4D3C-9F51-D2728CA2BB57}" destId="{6BDE370B-C07C-49E0-9F72-2E856031B9B8}" srcOrd="5" destOrd="0" presId="urn:microsoft.com/office/officeart/2018/5/layout/IconCircleLabelList"/>
    <dgm:cxn modelId="{7B88059D-D1DE-4415-96BB-A4419CC6404B}" type="presParOf" srcId="{9F62A5F9-B777-4D3C-9F51-D2728CA2BB57}" destId="{8B8EFEEF-A26C-4DB5-A1E4-47FDCBF773CE}" srcOrd="6" destOrd="0" presId="urn:microsoft.com/office/officeart/2018/5/layout/IconCircleLabelList"/>
    <dgm:cxn modelId="{E0BC7657-C5F0-4EB9-8A14-BFF211AEF999}" type="presParOf" srcId="{8B8EFEEF-A26C-4DB5-A1E4-47FDCBF773CE}" destId="{5CC55CC5-9DDB-4DA9-98D0-9E3C75D1CD86}" srcOrd="0" destOrd="0" presId="urn:microsoft.com/office/officeart/2018/5/layout/IconCircleLabelList"/>
    <dgm:cxn modelId="{736FF2D2-2340-4AF2-B7D5-297436A8A9DF}" type="presParOf" srcId="{8B8EFEEF-A26C-4DB5-A1E4-47FDCBF773CE}" destId="{6CC8E16C-00C0-4DB7-839B-DF15BC406D4B}" srcOrd="1" destOrd="0" presId="urn:microsoft.com/office/officeart/2018/5/layout/IconCircleLabelList"/>
    <dgm:cxn modelId="{A3C3F543-9130-4BC4-A61C-C6C490F01368}" type="presParOf" srcId="{8B8EFEEF-A26C-4DB5-A1E4-47FDCBF773CE}" destId="{01DE86EE-436B-4D07-A85B-B7ACD8402D74}" srcOrd="2" destOrd="0" presId="urn:microsoft.com/office/officeart/2018/5/layout/IconCircleLabelList"/>
    <dgm:cxn modelId="{E18444C6-F0FE-4AC8-BEDC-53E2E9111472}" type="presParOf" srcId="{8B8EFEEF-A26C-4DB5-A1E4-47FDCBF773CE}" destId="{22743628-836B-43ED-8685-E6E8C5F44D0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FC4D24-9607-4A46-A2E8-7281E300BE1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39A2F0A-EB31-469C-9C62-65A385CEE799}">
      <dgm:prSet/>
      <dgm:spPr/>
      <dgm:t>
        <a:bodyPr/>
        <a:lstStyle/>
        <a:p>
          <a:pPr>
            <a:defRPr cap="all"/>
          </a:pPr>
          <a:r>
            <a:rPr lang="en-US"/>
            <a:t>• Búsqueda binaria (modo normal).</a:t>
          </a:r>
        </a:p>
      </dgm:t>
    </dgm:pt>
    <dgm:pt modelId="{AAB86602-EE97-44B8-B129-AA4B82936BCE}" type="parTrans" cxnId="{484802BF-ACE2-492E-A441-992B4F438A92}">
      <dgm:prSet/>
      <dgm:spPr/>
      <dgm:t>
        <a:bodyPr/>
        <a:lstStyle/>
        <a:p>
          <a:endParaRPr lang="en-US"/>
        </a:p>
      </dgm:t>
    </dgm:pt>
    <dgm:pt modelId="{74821B51-A355-4CA1-9BF0-6BEA25B170A0}" type="sibTrans" cxnId="{484802BF-ACE2-492E-A441-992B4F438A92}">
      <dgm:prSet/>
      <dgm:spPr/>
      <dgm:t>
        <a:bodyPr/>
        <a:lstStyle/>
        <a:p>
          <a:endParaRPr lang="en-US"/>
        </a:p>
      </dgm:t>
    </dgm:pt>
    <dgm:pt modelId="{1BD6AD71-36A4-4697-85C5-96D16D363900}">
      <dgm:prSet/>
      <dgm:spPr/>
      <dgm:t>
        <a:bodyPr/>
        <a:lstStyle/>
        <a:p>
          <a:pPr>
            <a:defRPr cap="all"/>
          </a:pPr>
          <a:r>
            <a:rPr lang="en-US"/>
            <a:t>• Búsqueda aleatoria (modo fácil).</a:t>
          </a:r>
        </a:p>
      </dgm:t>
    </dgm:pt>
    <dgm:pt modelId="{53B4E4E4-E29B-408B-AEDC-91153DDAEFF1}" type="parTrans" cxnId="{86E74C34-60DC-47F7-884C-C9F7BDF9B9E3}">
      <dgm:prSet/>
      <dgm:spPr/>
      <dgm:t>
        <a:bodyPr/>
        <a:lstStyle/>
        <a:p>
          <a:endParaRPr lang="en-US"/>
        </a:p>
      </dgm:t>
    </dgm:pt>
    <dgm:pt modelId="{AB5159F7-6BC9-404F-A975-5C0FFA625175}" type="sibTrans" cxnId="{86E74C34-60DC-47F7-884C-C9F7BDF9B9E3}">
      <dgm:prSet/>
      <dgm:spPr/>
      <dgm:t>
        <a:bodyPr/>
        <a:lstStyle/>
        <a:p>
          <a:endParaRPr lang="en-US"/>
        </a:p>
      </dgm:t>
    </dgm:pt>
    <dgm:pt modelId="{1FCA961A-1717-4E72-A996-496C728CCD9F}">
      <dgm:prSet/>
      <dgm:spPr/>
      <dgm:t>
        <a:bodyPr/>
        <a:lstStyle/>
        <a:p>
          <a:pPr>
            <a:defRPr cap="all"/>
          </a:pPr>
          <a:r>
            <a:rPr lang="en-US"/>
            <a:t>• Búsqueda con ruido (modo experto).</a:t>
          </a:r>
        </a:p>
      </dgm:t>
    </dgm:pt>
    <dgm:pt modelId="{7DF3DA09-3F7E-4489-8A2F-417F0DC2588C}" type="parTrans" cxnId="{BF7A6F7B-E278-487D-943B-7247592632A1}">
      <dgm:prSet/>
      <dgm:spPr/>
      <dgm:t>
        <a:bodyPr/>
        <a:lstStyle/>
        <a:p>
          <a:endParaRPr lang="en-US"/>
        </a:p>
      </dgm:t>
    </dgm:pt>
    <dgm:pt modelId="{16D34780-7F52-4E8E-B42A-4267824812EC}" type="sibTrans" cxnId="{BF7A6F7B-E278-487D-943B-7247592632A1}">
      <dgm:prSet/>
      <dgm:spPr/>
      <dgm:t>
        <a:bodyPr/>
        <a:lstStyle/>
        <a:p>
          <a:endParaRPr lang="en-US"/>
        </a:p>
      </dgm:t>
    </dgm:pt>
    <dgm:pt modelId="{65A1DCEA-C9E8-4B24-BC21-83E8527F20A5}" type="pres">
      <dgm:prSet presAssocID="{0FFC4D24-9607-4A46-A2E8-7281E300BE1C}" presName="root" presStyleCnt="0">
        <dgm:presLayoutVars>
          <dgm:dir/>
          <dgm:resizeHandles val="exact"/>
        </dgm:presLayoutVars>
      </dgm:prSet>
      <dgm:spPr/>
    </dgm:pt>
    <dgm:pt modelId="{C7D72D51-6D58-400A-B98D-0948AA7DBF6B}" type="pres">
      <dgm:prSet presAssocID="{A39A2F0A-EB31-469C-9C62-65A385CEE799}" presName="compNode" presStyleCnt="0"/>
      <dgm:spPr/>
    </dgm:pt>
    <dgm:pt modelId="{26F2AC8B-E90B-4CA0-AFB1-B606842A6552}" type="pres">
      <dgm:prSet presAssocID="{A39A2F0A-EB31-469C-9C62-65A385CEE799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BF6FC01-B021-4DFD-89E3-553BB35EBD80}" type="pres">
      <dgm:prSet presAssocID="{A39A2F0A-EB31-469C-9C62-65A385CEE7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F62E8621-2954-47AF-A39B-6088B50D3008}" type="pres">
      <dgm:prSet presAssocID="{A39A2F0A-EB31-469C-9C62-65A385CEE799}" presName="spaceRect" presStyleCnt="0"/>
      <dgm:spPr/>
    </dgm:pt>
    <dgm:pt modelId="{6254D72E-5B5A-4076-BC4A-A49267DA8143}" type="pres">
      <dgm:prSet presAssocID="{A39A2F0A-EB31-469C-9C62-65A385CEE799}" presName="textRect" presStyleLbl="revTx" presStyleIdx="0" presStyleCnt="3">
        <dgm:presLayoutVars>
          <dgm:chMax val="1"/>
          <dgm:chPref val="1"/>
        </dgm:presLayoutVars>
      </dgm:prSet>
      <dgm:spPr/>
    </dgm:pt>
    <dgm:pt modelId="{6742F053-8321-4C40-969D-203FBE0B8BE6}" type="pres">
      <dgm:prSet presAssocID="{74821B51-A355-4CA1-9BF0-6BEA25B170A0}" presName="sibTrans" presStyleCnt="0"/>
      <dgm:spPr/>
    </dgm:pt>
    <dgm:pt modelId="{9B98880A-16DD-4987-9227-E3A8BA16EBC1}" type="pres">
      <dgm:prSet presAssocID="{1BD6AD71-36A4-4697-85C5-96D16D363900}" presName="compNode" presStyleCnt="0"/>
      <dgm:spPr/>
    </dgm:pt>
    <dgm:pt modelId="{A3EE10A7-95A4-416E-9EF9-7F8D2891C917}" type="pres">
      <dgm:prSet presAssocID="{1BD6AD71-36A4-4697-85C5-96D16D363900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DBE5F34-9DC5-4C1A-92B0-90A42AD471D0}" type="pres">
      <dgm:prSet presAssocID="{1BD6AD71-36A4-4697-85C5-96D16D36390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In"/>
        </a:ext>
      </dgm:extLst>
    </dgm:pt>
    <dgm:pt modelId="{E8C73F3A-7486-4167-A3E2-145E3A5D4FE2}" type="pres">
      <dgm:prSet presAssocID="{1BD6AD71-36A4-4697-85C5-96D16D363900}" presName="spaceRect" presStyleCnt="0"/>
      <dgm:spPr/>
    </dgm:pt>
    <dgm:pt modelId="{A5D5D816-7542-4E89-AC5A-C7064EA723E7}" type="pres">
      <dgm:prSet presAssocID="{1BD6AD71-36A4-4697-85C5-96D16D363900}" presName="textRect" presStyleLbl="revTx" presStyleIdx="1" presStyleCnt="3">
        <dgm:presLayoutVars>
          <dgm:chMax val="1"/>
          <dgm:chPref val="1"/>
        </dgm:presLayoutVars>
      </dgm:prSet>
      <dgm:spPr/>
    </dgm:pt>
    <dgm:pt modelId="{3AA563B0-5A75-447B-929C-4FA4248120E0}" type="pres">
      <dgm:prSet presAssocID="{AB5159F7-6BC9-404F-A975-5C0FFA625175}" presName="sibTrans" presStyleCnt="0"/>
      <dgm:spPr/>
    </dgm:pt>
    <dgm:pt modelId="{5B828279-25AD-4485-94D5-0ADDBA8BA87B}" type="pres">
      <dgm:prSet presAssocID="{1FCA961A-1717-4E72-A996-496C728CCD9F}" presName="compNode" presStyleCnt="0"/>
      <dgm:spPr/>
    </dgm:pt>
    <dgm:pt modelId="{BC1418E7-4ADA-430A-B6A8-21E3036F2C48}" type="pres">
      <dgm:prSet presAssocID="{1FCA961A-1717-4E72-A996-496C728CCD9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AC20E78-EFD4-4B39-B97B-7483640B6C57}" type="pres">
      <dgm:prSet presAssocID="{1FCA961A-1717-4E72-A996-496C728CCD9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700EC9FA-B46B-48F3-A6A5-625393D2CD79}" type="pres">
      <dgm:prSet presAssocID="{1FCA961A-1717-4E72-A996-496C728CCD9F}" presName="spaceRect" presStyleCnt="0"/>
      <dgm:spPr/>
    </dgm:pt>
    <dgm:pt modelId="{CD8B6D16-A3C5-486D-A01B-DFAC5E4FE6CB}" type="pres">
      <dgm:prSet presAssocID="{1FCA961A-1717-4E72-A996-496C728CCD9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89AF301-B93A-4874-8A26-BA1440F1A7DB}" type="presOf" srcId="{1FCA961A-1717-4E72-A996-496C728CCD9F}" destId="{CD8B6D16-A3C5-486D-A01B-DFAC5E4FE6CB}" srcOrd="0" destOrd="0" presId="urn:microsoft.com/office/officeart/2018/5/layout/IconLeafLabelList"/>
    <dgm:cxn modelId="{86E74C34-60DC-47F7-884C-C9F7BDF9B9E3}" srcId="{0FFC4D24-9607-4A46-A2E8-7281E300BE1C}" destId="{1BD6AD71-36A4-4697-85C5-96D16D363900}" srcOrd="1" destOrd="0" parTransId="{53B4E4E4-E29B-408B-AEDC-91153DDAEFF1}" sibTransId="{AB5159F7-6BC9-404F-A975-5C0FFA625175}"/>
    <dgm:cxn modelId="{8B288138-90D4-4A2C-B327-2CE7204E9430}" type="presOf" srcId="{1BD6AD71-36A4-4697-85C5-96D16D363900}" destId="{A5D5D816-7542-4E89-AC5A-C7064EA723E7}" srcOrd="0" destOrd="0" presId="urn:microsoft.com/office/officeart/2018/5/layout/IconLeafLabelList"/>
    <dgm:cxn modelId="{6306A05B-2D37-4E60-BB8E-9B3B06D96EF1}" type="presOf" srcId="{0FFC4D24-9607-4A46-A2E8-7281E300BE1C}" destId="{65A1DCEA-C9E8-4B24-BC21-83E8527F20A5}" srcOrd="0" destOrd="0" presId="urn:microsoft.com/office/officeart/2018/5/layout/IconLeafLabelList"/>
    <dgm:cxn modelId="{EFD2127A-2936-4A37-BFD4-AB0897C701B7}" type="presOf" srcId="{A39A2F0A-EB31-469C-9C62-65A385CEE799}" destId="{6254D72E-5B5A-4076-BC4A-A49267DA8143}" srcOrd="0" destOrd="0" presId="urn:microsoft.com/office/officeart/2018/5/layout/IconLeafLabelList"/>
    <dgm:cxn modelId="{BF7A6F7B-E278-487D-943B-7247592632A1}" srcId="{0FFC4D24-9607-4A46-A2E8-7281E300BE1C}" destId="{1FCA961A-1717-4E72-A996-496C728CCD9F}" srcOrd="2" destOrd="0" parTransId="{7DF3DA09-3F7E-4489-8A2F-417F0DC2588C}" sibTransId="{16D34780-7F52-4E8E-B42A-4267824812EC}"/>
    <dgm:cxn modelId="{484802BF-ACE2-492E-A441-992B4F438A92}" srcId="{0FFC4D24-9607-4A46-A2E8-7281E300BE1C}" destId="{A39A2F0A-EB31-469C-9C62-65A385CEE799}" srcOrd="0" destOrd="0" parTransId="{AAB86602-EE97-44B8-B129-AA4B82936BCE}" sibTransId="{74821B51-A355-4CA1-9BF0-6BEA25B170A0}"/>
    <dgm:cxn modelId="{19E0926A-0497-4EBC-B49A-D6DC58497496}" type="presParOf" srcId="{65A1DCEA-C9E8-4B24-BC21-83E8527F20A5}" destId="{C7D72D51-6D58-400A-B98D-0948AA7DBF6B}" srcOrd="0" destOrd="0" presId="urn:microsoft.com/office/officeart/2018/5/layout/IconLeafLabelList"/>
    <dgm:cxn modelId="{11F5BB8A-6A7D-4531-ABC0-4D48121DA326}" type="presParOf" srcId="{C7D72D51-6D58-400A-B98D-0948AA7DBF6B}" destId="{26F2AC8B-E90B-4CA0-AFB1-B606842A6552}" srcOrd="0" destOrd="0" presId="urn:microsoft.com/office/officeart/2018/5/layout/IconLeafLabelList"/>
    <dgm:cxn modelId="{52FF24E6-E3D6-4CD9-B828-535C2E4A69B9}" type="presParOf" srcId="{C7D72D51-6D58-400A-B98D-0948AA7DBF6B}" destId="{FBF6FC01-B021-4DFD-89E3-553BB35EBD80}" srcOrd="1" destOrd="0" presId="urn:microsoft.com/office/officeart/2018/5/layout/IconLeafLabelList"/>
    <dgm:cxn modelId="{6E3DE2EC-C8EE-470A-8727-66075677910B}" type="presParOf" srcId="{C7D72D51-6D58-400A-B98D-0948AA7DBF6B}" destId="{F62E8621-2954-47AF-A39B-6088B50D3008}" srcOrd="2" destOrd="0" presId="urn:microsoft.com/office/officeart/2018/5/layout/IconLeafLabelList"/>
    <dgm:cxn modelId="{B2F3865E-5C57-40D5-9B80-E0E37DA35497}" type="presParOf" srcId="{C7D72D51-6D58-400A-B98D-0948AA7DBF6B}" destId="{6254D72E-5B5A-4076-BC4A-A49267DA8143}" srcOrd="3" destOrd="0" presId="urn:microsoft.com/office/officeart/2018/5/layout/IconLeafLabelList"/>
    <dgm:cxn modelId="{D84B4F25-294B-4D77-9F42-5BA10D1A412F}" type="presParOf" srcId="{65A1DCEA-C9E8-4B24-BC21-83E8527F20A5}" destId="{6742F053-8321-4C40-969D-203FBE0B8BE6}" srcOrd="1" destOrd="0" presId="urn:microsoft.com/office/officeart/2018/5/layout/IconLeafLabelList"/>
    <dgm:cxn modelId="{B5A3E3F3-5124-4B71-B771-AB8DB932A1A2}" type="presParOf" srcId="{65A1DCEA-C9E8-4B24-BC21-83E8527F20A5}" destId="{9B98880A-16DD-4987-9227-E3A8BA16EBC1}" srcOrd="2" destOrd="0" presId="urn:microsoft.com/office/officeart/2018/5/layout/IconLeafLabelList"/>
    <dgm:cxn modelId="{D1C17010-326F-4C35-B404-89326FCE87CF}" type="presParOf" srcId="{9B98880A-16DD-4987-9227-E3A8BA16EBC1}" destId="{A3EE10A7-95A4-416E-9EF9-7F8D2891C917}" srcOrd="0" destOrd="0" presId="urn:microsoft.com/office/officeart/2018/5/layout/IconLeafLabelList"/>
    <dgm:cxn modelId="{7FEB3BC9-CC93-4C72-B62C-8688F33DF3B9}" type="presParOf" srcId="{9B98880A-16DD-4987-9227-E3A8BA16EBC1}" destId="{4DBE5F34-9DC5-4C1A-92B0-90A42AD471D0}" srcOrd="1" destOrd="0" presId="urn:microsoft.com/office/officeart/2018/5/layout/IconLeafLabelList"/>
    <dgm:cxn modelId="{962491F7-0CFF-43EB-8064-AF180C475325}" type="presParOf" srcId="{9B98880A-16DD-4987-9227-E3A8BA16EBC1}" destId="{E8C73F3A-7486-4167-A3E2-145E3A5D4FE2}" srcOrd="2" destOrd="0" presId="urn:microsoft.com/office/officeart/2018/5/layout/IconLeafLabelList"/>
    <dgm:cxn modelId="{AFE35E74-05FE-4295-B6F3-93C99500F227}" type="presParOf" srcId="{9B98880A-16DD-4987-9227-E3A8BA16EBC1}" destId="{A5D5D816-7542-4E89-AC5A-C7064EA723E7}" srcOrd="3" destOrd="0" presId="urn:microsoft.com/office/officeart/2018/5/layout/IconLeafLabelList"/>
    <dgm:cxn modelId="{8F180E32-0AB7-4657-8CB9-5DAB346B3929}" type="presParOf" srcId="{65A1DCEA-C9E8-4B24-BC21-83E8527F20A5}" destId="{3AA563B0-5A75-447B-929C-4FA4248120E0}" srcOrd="3" destOrd="0" presId="urn:microsoft.com/office/officeart/2018/5/layout/IconLeafLabelList"/>
    <dgm:cxn modelId="{12387E53-575B-4DCC-8A85-ADA662047C27}" type="presParOf" srcId="{65A1DCEA-C9E8-4B24-BC21-83E8527F20A5}" destId="{5B828279-25AD-4485-94D5-0ADDBA8BA87B}" srcOrd="4" destOrd="0" presId="urn:microsoft.com/office/officeart/2018/5/layout/IconLeafLabelList"/>
    <dgm:cxn modelId="{9A73A9FA-AB7B-4E60-A88B-DDD7C8A1BE8C}" type="presParOf" srcId="{5B828279-25AD-4485-94D5-0ADDBA8BA87B}" destId="{BC1418E7-4ADA-430A-B6A8-21E3036F2C48}" srcOrd="0" destOrd="0" presId="urn:microsoft.com/office/officeart/2018/5/layout/IconLeafLabelList"/>
    <dgm:cxn modelId="{C69CA114-9747-4D40-A8E2-F0C6F2850B7C}" type="presParOf" srcId="{5B828279-25AD-4485-94D5-0ADDBA8BA87B}" destId="{8AC20E78-EFD4-4B39-B97B-7483640B6C57}" srcOrd="1" destOrd="0" presId="urn:microsoft.com/office/officeart/2018/5/layout/IconLeafLabelList"/>
    <dgm:cxn modelId="{B67CB0AA-01A3-4B2D-80D0-2B62E3FE6C70}" type="presParOf" srcId="{5B828279-25AD-4485-94D5-0ADDBA8BA87B}" destId="{700EC9FA-B46B-48F3-A6A5-625393D2CD79}" srcOrd="2" destOrd="0" presId="urn:microsoft.com/office/officeart/2018/5/layout/IconLeafLabelList"/>
    <dgm:cxn modelId="{334169A0-35C3-461C-A99C-2A48EE0AE2D3}" type="presParOf" srcId="{5B828279-25AD-4485-94D5-0ADDBA8BA87B}" destId="{CD8B6D16-A3C5-486D-A01B-DFAC5E4FE6C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BDB6F7-D79F-44F9-B626-A5923561604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7AD94A3-2F9F-4F32-A998-B5F23F7DCE3D}">
      <dgm:prSet/>
      <dgm:spPr/>
      <dgm:t>
        <a:bodyPr/>
        <a:lstStyle/>
        <a:p>
          <a:pPr>
            <a:defRPr cap="all"/>
          </a:pPr>
          <a:r>
            <a:rPr lang="en-US"/>
            <a:t>• Partidas jugadas.</a:t>
          </a:r>
        </a:p>
      </dgm:t>
    </dgm:pt>
    <dgm:pt modelId="{7746AF45-EBA7-41D0-9542-C6C44C330C7B}" type="parTrans" cxnId="{CBF22064-1AE8-46A2-99A5-E2DADFB8508A}">
      <dgm:prSet/>
      <dgm:spPr/>
      <dgm:t>
        <a:bodyPr/>
        <a:lstStyle/>
        <a:p>
          <a:endParaRPr lang="en-US"/>
        </a:p>
      </dgm:t>
    </dgm:pt>
    <dgm:pt modelId="{26EAC3A6-1177-4F5F-848F-D3E3DC20F71C}" type="sibTrans" cxnId="{CBF22064-1AE8-46A2-99A5-E2DADFB8508A}">
      <dgm:prSet/>
      <dgm:spPr/>
      <dgm:t>
        <a:bodyPr/>
        <a:lstStyle/>
        <a:p>
          <a:endParaRPr lang="en-US"/>
        </a:p>
      </dgm:t>
    </dgm:pt>
    <dgm:pt modelId="{7E31C801-8B60-402D-AA55-E87F090C2512}">
      <dgm:prSet/>
      <dgm:spPr/>
      <dgm:t>
        <a:bodyPr/>
        <a:lstStyle/>
        <a:p>
          <a:pPr>
            <a:defRPr cap="all"/>
          </a:pPr>
          <a:r>
            <a:rPr lang="en-US"/>
            <a:t>• Partidas ganadas.</a:t>
          </a:r>
        </a:p>
      </dgm:t>
    </dgm:pt>
    <dgm:pt modelId="{F0814C41-2A51-421E-9345-FF2FAA07B330}" type="parTrans" cxnId="{BDB7D246-8110-4B6C-BE4D-CF925A1B923D}">
      <dgm:prSet/>
      <dgm:spPr/>
      <dgm:t>
        <a:bodyPr/>
        <a:lstStyle/>
        <a:p>
          <a:endParaRPr lang="en-US"/>
        </a:p>
      </dgm:t>
    </dgm:pt>
    <dgm:pt modelId="{46933740-B1D2-455F-94E8-AA42CCE31ABC}" type="sibTrans" cxnId="{BDB7D246-8110-4B6C-BE4D-CF925A1B923D}">
      <dgm:prSet/>
      <dgm:spPr/>
      <dgm:t>
        <a:bodyPr/>
        <a:lstStyle/>
        <a:p>
          <a:endParaRPr lang="en-US"/>
        </a:p>
      </dgm:t>
    </dgm:pt>
    <dgm:pt modelId="{48A06A7E-1B29-4BBE-8B9C-5E59020EF9E0}">
      <dgm:prSet/>
      <dgm:spPr/>
      <dgm:t>
        <a:bodyPr/>
        <a:lstStyle/>
        <a:p>
          <a:pPr>
            <a:defRPr cap="all"/>
          </a:pPr>
          <a:r>
            <a:rPr lang="en-US"/>
            <a:t>• Mejor puntuación.</a:t>
          </a:r>
        </a:p>
      </dgm:t>
    </dgm:pt>
    <dgm:pt modelId="{78ADE695-E754-43CD-A665-619DCBF9B2F8}" type="parTrans" cxnId="{CA36FEBA-698F-4367-AB07-D20D11FB19F9}">
      <dgm:prSet/>
      <dgm:spPr/>
      <dgm:t>
        <a:bodyPr/>
        <a:lstStyle/>
        <a:p>
          <a:endParaRPr lang="en-US"/>
        </a:p>
      </dgm:t>
    </dgm:pt>
    <dgm:pt modelId="{1992A837-329C-47FE-BF07-761D496EDD7E}" type="sibTrans" cxnId="{CA36FEBA-698F-4367-AB07-D20D11FB19F9}">
      <dgm:prSet/>
      <dgm:spPr/>
      <dgm:t>
        <a:bodyPr/>
        <a:lstStyle/>
        <a:p>
          <a:endParaRPr lang="en-US"/>
        </a:p>
      </dgm:t>
    </dgm:pt>
    <dgm:pt modelId="{85737009-DD53-4340-9E0E-A696721CDC29}">
      <dgm:prSet/>
      <dgm:spPr/>
      <dgm:t>
        <a:bodyPr/>
        <a:lstStyle/>
        <a:p>
          <a:pPr>
            <a:defRPr cap="all"/>
          </a:pPr>
          <a:r>
            <a:rPr lang="en-US"/>
            <a:t>• Promedio de intentos.</a:t>
          </a:r>
        </a:p>
      </dgm:t>
    </dgm:pt>
    <dgm:pt modelId="{4130A793-2FEE-480D-B510-BFC277938E40}" type="parTrans" cxnId="{36DD3B80-C5C7-4AF1-9DD3-C49BE52454FC}">
      <dgm:prSet/>
      <dgm:spPr/>
      <dgm:t>
        <a:bodyPr/>
        <a:lstStyle/>
        <a:p>
          <a:endParaRPr lang="en-US"/>
        </a:p>
      </dgm:t>
    </dgm:pt>
    <dgm:pt modelId="{74BA23AE-3CB3-4E25-AA54-D62A7775A1C8}" type="sibTrans" cxnId="{36DD3B80-C5C7-4AF1-9DD3-C49BE52454FC}">
      <dgm:prSet/>
      <dgm:spPr/>
      <dgm:t>
        <a:bodyPr/>
        <a:lstStyle/>
        <a:p>
          <a:endParaRPr lang="en-US"/>
        </a:p>
      </dgm:t>
    </dgm:pt>
    <dgm:pt modelId="{A57691EB-2A9E-4F81-99FB-A54CC3529176}" type="pres">
      <dgm:prSet presAssocID="{46BDB6F7-D79F-44F9-B626-A59235616047}" presName="root" presStyleCnt="0">
        <dgm:presLayoutVars>
          <dgm:dir/>
          <dgm:resizeHandles val="exact"/>
        </dgm:presLayoutVars>
      </dgm:prSet>
      <dgm:spPr/>
    </dgm:pt>
    <dgm:pt modelId="{157F6148-1BA4-4E91-A140-ECC9842AA871}" type="pres">
      <dgm:prSet presAssocID="{D7AD94A3-2F9F-4F32-A998-B5F23F7DCE3D}" presName="compNode" presStyleCnt="0"/>
      <dgm:spPr/>
    </dgm:pt>
    <dgm:pt modelId="{9367BBEE-DF81-4A23-ABD5-F9C5468F932C}" type="pres">
      <dgm:prSet presAssocID="{D7AD94A3-2F9F-4F32-A998-B5F23F7DCE3D}" presName="iconBgRect" presStyleLbl="bgShp" presStyleIdx="0" presStyleCnt="4"/>
      <dgm:spPr/>
    </dgm:pt>
    <dgm:pt modelId="{2B4ABEF5-4243-48BC-A730-2E23460763B5}" type="pres">
      <dgm:prSet presAssocID="{D7AD94A3-2F9F-4F32-A998-B5F23F7DCE3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culento"/>
        </a:ext>
      </dgm:extLst>
    </dgm:pt>
    <dgm:pt modelId="{5C8954B1-4412-4AFB-8BF1-202D9DB69211}" type="pres">
      <dgm:prSet presAssocID="{D7AD94A3-2F9F-4F32-A998-B5F23F7DCE3D}" presName="spaceRect" presStyleCnt="0"/>
      <dgm:spPr/>
    </dgm:pt>
    <dgm:pt modelId="{D934088E-2FC2-4A8C-9301-196212287932}" type="pres">
      <dgm:prSet presAssocID="{D7AD94A3-2F9F-4F32-A998-B5F23F7DCE3D}" presName="textRect" presStyleLbl="revTx" presStyleIdx="0" presStyleCnt="4">
        <dgm:presLayoutVars>
          <dgm:chMax val="1"/>
          <dgm:chPref val="1"/>
        </dgm:presLayoutVars>
      </dgm:prSet>
      <dgm:spPr/>
    </dgm:pt>
    <dgm:pt modelId="{785B8968-E8D9-4747-B4A0-A6DA875CA0D0}" type="pres">
      <dgm:prSet presAssocID="{26EAC3A6-1177-4F5F-848F-D3E3DC20F71C}" presName="sibTrans" presStyleCnt="0"/>
      <dgm:spPr/>
    </dgm:pt>
    <dgm:pt modelId="{E08D4F72-9424-4490-A8DB-DDFEC9DA4B45}" type="pres">
      <dgm:prSet presAssocID="{7E31C801-8B60-402D-AA55-E87F090C2512}" presName="compNode" presStyleCnt="0"/>
      <dgm:spPr/>
    </dgm:pt>
    <dgm:pt modelId="{7EE93D94-4A8C-4ECC-94FD-5A8DA22BDFA1}" type="pres">
      <dgm:prSet presAssocID="{7E31C801-8B60-402D-AA55-E87F090C2512}" presName="iconBgRect" presStyleLbl="bgShp" presStyleIdx="1" presStyleCnt="4"/>
      <dgm:spPr/>
    </dgm:pt>
    <dgm:pt modelId="{A3997F83-E570-4D70-8258-81607381D0E2}" type="pres">
      <dgm:prSet presAssocID="{7E31C801-8B60-402D-AA55-E87F090C251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8BC61E59-E88C-4BCB-8D2B-C96834DD9A9E}" type="pres">
      <dgm:prSet presAssocID="{7E31C801-8B60-402D-AA55-E87F090C2512}" presName="spaceRect" presStyleCnt="0"/>
      <dgm:spPr/>
    </dgm:pt>
    <dgm:pt modelId="{B1103CCB-6E51-4AAE-9A37-C4AF25508792}" type="pres">
      <dgm:prSet presAssocID="{7E31C801-8B60-402D-AA55-E87F090C2512}" presName="textRect" presStyleLbl="revTx" presStyleIdx="1" presStyleCnt="4">
        <dgm:presLayoutVars>
          <dgm:chMax val="1"/>
          <dgm:chPref val="1"/>
        </dgm:presLayoutVars>
      </dgm:prSet>
      <dgm:spPr/>
    </dgm:pt>
    <dgm:pt modelId="{8AEF85F2-9E73-4FA3-90C2-CFD338A1B84F}" type="pres">
      <dgm:prSet presAssocID="{46933740-B1D2-455F-94E8-AA42CCE31ABC}" presName="sibTrans" presStyleCnt="0"/>
      <dgm:spPr/>
    </dgm:pt>
    <dgm:pt modelId="{C344F4C7-BD71-4D47-B5E6-C7C6E92C2208}" type="pres">
      <dgm:prSet presAssocID="{48A06A7E-1B29-4BBE-8B9C-5E59020EF9E0}" presName="compNode" presStyleCnt="0"/>
      <dgm:spPr/>
    </dgm:pt>
    <dgm:pt modelId="{A4D0B7DA-B41C-4282-B4ED-9996F6CC5D68}" type="pres">
      <dgm:prSet presAssocID="{48A06A7E-1B29-4BBE-8B9C-5E59020EF9E0}" presName="iconBgRect" presStyleLbl="bgShp" presStyleIdx="2" presStyleCnt="4"/>
      <dgm:spPr/>
    </dgm:pt>
    <dgm:pt modelId="{D75CC71D-E14A-4804-95D2-8CFA37579C64}" type="pres">
      <dgm:prSet presAssocID="{48A06A7E-1B29-4BBE-8B9C-5E59020EF9E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C36A235-BD74-45F4-B422-1B4CCDF21A62}" type="pres">
      <dgm:prSet presAssocID="{48A06A7E-1B29-4BBE-8B9C-5E59020EF9E0}" presName="spaceRect" presStyleCnt="0"/>
      <dgm:spPr/>
    </dgm:pt>
    <dgm:pt modelId="{DA012257-857B-45E2-94B4-79FF9C52E6FB}" type="pres">
      <dgm:prSet presAssocID="{48A06A7E-1B29-4BBE-8B9C-5E59020EF9E0}" presName="textRect" presStyleLbl="revTx" presStyleIdx="2" presStyleCnt="4">
        <dgm:presLayoutVars>
          <dgm:chMax val="1"/>
          <dgm:chPref val="1"/>
        </dgm:presLayoutVars>
      </dgm:prSet>
      <dgm:spPr/>
    </dgm:pt>
    <dgm:pt modelId="{88596D16-F229-4F7F-9747-EA9690D3095C}" type="pres">
      <dgm:prSet presAssocID="{1992A837-329C-47FE-BF07-761D496EDD7E}" presName="sibTrans" presStyleCnt="0"/>
      <dgm:spPr/>
    </dgm:pt>
    <dgm:pt modelId="{BAD479C6-08C0-4AB2-AD96-895CED0EF753}" type="pres">
      <dgm:prSet presAssocID="{85737009-DD53-4340-9E0E-A696721CDC29}" presName="compNode" presStyleCnt="0"/>
      <dgm:spPr/>
    </dgm:pt>
    <dgm:pt modelId="{7A0A6BE2-3E2E-429C-89D5-82E988C15BE8}" type="pres">
      <dgm:prSet presAssocID="{85737009-DD53-4340-9E0E-A696721CDC29}" presName="iconBgRect" presStyleLbl="bgShp" presStyleIdx="3" presStyleCnt="4"/>
      <dgm:spPr/>
    </dgm:pt>
    <dgm:pt modelId="{D4D7D121-F143-4CE9-9355-9D080D2B4877}" type="pres">
      <dgm:prSet presAssocID="{85737009-DD53-4340-9E0E-A696721CDC2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dicador"/>
        </a:ext>
      </dgm:extLst>
    </dgm:pt>
    <dgm:pt modelId="{4A4FF08E-9487-4C87-A4E5-9E8508925927}" type="pres">
      <dgm:prSet presAssocID="{85737009-DD53-4340-9E0E-A696721CDC29}" presName="spaceRect" presStyleCnt="0"/>
      <dgm:spPr/>
    </dgm:pt>
    <dgm:pt modelId="{4BBA03A1-D6B0-4F61-91AF-2A53A9AD45D4}" type="pres">
      <dgm:prSet presAssocID="{85737009-DD53-4340-9E0E-A696721CDC2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BF22064-1AE8-46A2-99A5-E2DADFB8508A}" srcId="{46BDB6F7-D79F-44F9-B626-A59235616047}" destId="{D7AD94A3-2F9F-4F32-A998-B5F23F7DCE3D}" srcOrd="0" destOrd="0" parTransId="{7746AF45-EBA7-41D0-9542-C6C44C330C7B}" sibTransId="{26EAC3A6-1177-4F5F-848F-D3E3DC20F71C}"/>
    <dgm:cxn modelId="{BDB7D246-8110-4B6C-BE4D-CF925A1B923D}" srcId="{46BDB6F7-D79F-44F9-B626-A59235616047}" destId="{7E31C801-8B60-402D-AA55-E87F090C2512}" srcOrd="1" destOrd="0" parTransId="{F0814C41-2A51-421E-9345-FF2FAA07B330}" sibTransId="{46933740-B1D2-455F-94E8-AA42CCE31ABC}"/>
    <dgm:cxn modelId="{0521D86D-6D00-4F6E-A054-81C8D6B7B0BE}" type="presOf" srcId="{D7AD94A3-2F9F-4F32-A998-B5F23F7DCE3D}" destId="{D934088E-2FC2-4A8C-9301-196212287932}" srcOrd="0" destOrd="0" presId="urn:microsoft.com/office/officeart/2018/5/layout/IconCircleLabelList"/>
    <dgm:cxn modelId="{36DD3B80-C5C7-4AF1-9DD3-C49BE52454FC}" srcId="{46BDB6F7-D79F-44F9-B626-A59235616047}" destId="{85737009-DD53-4340-9E0E-A696721CDC29}" srcOrd="3" destOrd="0" parTransId="{4130A793-2FEE-480D-B510-BFC277938E40}" sibTransId="{74BA23AE-3CB3-4E25-AA54-D62A7775A1C8}"/>
    <dgm:cxn modelId="{2E7A6097-227D-4853-A3E6-4C7CE62A52F4}" type="presOf" srcId="{46BDB6F7-D79F-44F9-B626-A59235616047}" destId="{A57691EB-2A9E-4F81-99FB-A54CC3529176}" srcOrd="0" destOrd="0" presId="urn:microsoft.com/office/officeart/2018/5/layout/IconCircleLabelList"/>
    <dgm:cxn modelId="{D9538FA1-5AEA-44F9-9402-016562154B21}" type="presOf" srcId="{7E31C801-8B60-402D-AA55-E87F090C2512}" destId="{B1103CCB-6E51-4AAE-9A37-C4AF25508792}" srcOrd="0" destOrd="0" presId="urn:microsoft.com/office/officeart/2018/5/layout/IconCircleLabelList"/>
    <dgm:cxn modelId="{CA36FEBA-698F-4367-AB07-D20D11FB19F9}" srcId="{46BDB6F7-D79F-44F9-B626-A59235616047}" destId="{48A06A7E-1B29-4BBE-8B9C-5E59020EF9E0}" srcOrd="2" destOrd="0" parTransId="{78ADE695-E754-43CD-A665-619DCBF9B2F8}" sibTransId="{1992A837-329C-47FE-BF07-761D496EDD7E}"/>
    <dgm:cxn modelId="{BDDF41BB-826D-4519-AC72-BE3019044531}" type="presOf" srcId="{48A06A7E-1B29-4BBE-8B9C-5E59020EF9E0}" destId="{DA012257-857B-45E2-94B4-79FF9C52E6FB}" srcOrd="0" destOrd="0" presId="urn:microsoft.com/office/officeart/2018/5/layout/IconCircleLabelList"/>
    <dgm:cxn modelId="{9909CCCE-1ACE-4F83-97B5-67C759352A35}" type="presOf" srcId="{85737009-DD53-4340-9E0E-A696721CDC29}" destId="{4BBA03A1-D6B0-4F61-91AF-2A53A9AD45D4}" srcOrd="0" destOrd="0" presId="urn:microsoft.com/office/officeart/2018/5/layout/IconCircleLabelList"/>
    <dgm:cxn modelId="{FC44515B-97C8-4AE6-B61E-5C1CADB88AC6}" type="presParOf" srcId="{A57691EB-2A9E-4F81-99FB-A54CC3529176}" destId="{157F6148-1BA4-4E91-A140-ECC9842AA871}" srcOrd="0" destOrd="0" presId="urn:microsoft.com/office/officeart/2018/5/layout/IconCircleLabelList"/>
    <dgm:cxn modelId="{99CF693B-EF2E-4686-92F0-8AED205F6193}" type="presParOf" srcId="{157F6148-1BA4-4E91-A140-ECC9842AA871}" destId="{9367BBEE-DF81-4A23-ABD5-F9C5468F932C}" srcOrd="0" destOrd="0" presId="urn:microsoft.com/office/officeart/2018/5/layout/IconCircleLabelList"/>
    <dgm:cxn modelId="{3A44616F-34FB-43C9-8A89-FFFEB9316DD1}" type="presParOf" srcId="{157F6148-1BA4-4E91-A140-ECC9842AA871}" destId="{2B4ABEF5-4243-48BC-A730-2E23460763B5}" srcOrd="1" destOrd="0" presId="urn:microsoft.com/office/officeart/2018/5/layout/IconCircleLabelList"/>
    <dgm:cxn modelId="{A2093445-2012-41CB-B142-65BFAA56B8E7}" type="presParOf" srcId="{157F6148-1BA4-4E91-A140-ECC9842AA871}" destId="{5C8954B1-4412-4AFB-8BF1-202D9DB69211}" srcOrd="2" destOrd="0" presId="urn:microsoft.com/office/officeart/2018/5/layout/IconCircleLabelList"/>
    <dgm:cxn modelId="{FB117C2F-DCDE-41A4-AA43-225078291719}" type="presParOf" srcId="{157F6148-1BA4-4E91-A140-ECC9842AA871}" destId="{D934088E-2FC2-4A8C-9301-196212287932}" srcOrd="3" destOrd="0" presId="urn:microsoft.com/office/officeart/2018/5/layout/IconCircleLabelList"/>
    <dgm:cxn modelId="{BD59D7C9-A219-4D03-87FA-2AC2BFC08AB7}" type="presParOf" srcId="{A57691EB-2A9E-4F81-99FB-A54CC3529176}" destId="{785B8968-E8D9-4747-B4A0-A6DA875CA0D0}" srcOrd="1" destOrd="0" presId="urn:microsoft.com/office/officeart/2018/5/layout/IconCircleLabelList"/>
    <dgm:cxn modelId="{9C32878C-B287-4825-8527-213EB497B10A}" type="presParOf" srcId="{A57691EB-2A9E-4F81-99FB-A54CC3529176}" destId="{E08D4F72-9424-4490-A8DB-DDFEC9DA4B45}" srcOrd="2" destOrd="0" presId="urn:microsoft.com/office/officeart/2018/5/layout/IconCircleLabelList"/>
    <dgm:cxn modelId="{F092DA1C-B0C3-47C7-B0A3-E4B7735718E2}" type="presParOf" srcId="{E08D4F72-9424-4490-A8DB-DDFEC9DA4B45}" destId="{7EE93D94-4A8C-4ECC-94FD-5A8DA22BDFA1}" srcOrd="0" destOrd="0" presId="urn:microsoft.com/office/officeart/2018/5/layout/IconCircleLabelList"/>
    <dgm:cxn modelId="{F12FB8C9-5AC7-4186-8B3A-60CBB7F303E4}" type="presParOf" srcId="{E08D4F72-9424-4490-A8DB-DDFEC9DA4B45}" destId="{A3997F83-E570-4D70-8258-81607381D0E2}" srcOrd="1" destOrd="0" presId="urn:microsoft.com/office/officeart/2018/5/layout/IconCircleLabelList"/>
    <dgm:cxn modelId="{58266633-06D9-415C-A9BC-59CE3B3C14B3}" type="presParOf" srcId="{E08D4F72-9424-4490-A8DB-DDFEC9DA4B45}" destId="{8BC61E59-E88C-4BCB-8D2B-C96834DD9A9E}" srcOrd="2" destOrd="0" presId="urn:microsoft.com/office/officeart/2018/5/layout/IconCircleLabelList"/>
    <dgm:cxn modelId="{11D47D2B-CEAC-4F6A-ADFC-D56BBB6456D8}" type="presParOf" srcId="{E08D4F72-9424-4490-A8DB-DDFEC9DA4B45}" destId="{B1103CCB-6E51-4AAE-9A37-C4AF25508792}" srcOrd="3" destOrd="0" presId="urn:microsoft.com/office/officeart/2018/5/layout/IconCircleLabelList"/>
    <dgm:cxn modelId="{DD5B3E0D-F8B5-4449-ACF9-8EA39C83FC8A}" type="presParOf" srcId="{A57691EB-2A9E-4F81-99FB-A54CC3529176}" destId="{8AEF85F2-9E73-4FA3-90C2-CFD338A1B84F}" srcOrd="3" destOrd="0" presId="urn:microsoft.com/office/officeart/2018/5/layout/IconCircleLabelList"/>
    <dgm:cxn modelId="{2B7A18AB-3869-4427-ABF2-F8BA4197B6DC}" type="presParOf" srcId="{A57691EB-2A9E-4F81-99FB-A54CC3529176}" destId="{C344F4C7-BD71-4D47-B5E6-C7C6E92C2208}" srcOrd="4" destOrd="0" presId="urn:microsoft.com/office/officeart/2018/5/layout/IconCircleLabelList"/>
    <dgm:cxn modelId="{80F701CF-FDE0-4EC7-80B9-BFF7325403BB}" type="presParOf" srcId="{C344F4C7-BD71-4D47-B5E6-C7C6E92C2208}" destId="{A4D0B7DA-B41C-4282-B4ED-9996F6CC5D68}" srcOrd="0" destOrd="0" presId="urn:microsoft.com/office/officeart/2018/5/layout/IconCircleLabelList"/>
    <dgm:cxn modelId="{4A184540-4EA5-472E-A527-021F2DDB1EDB}" type="presParOf" srcId="{C344F4C7-BD71-4D47-B5E6-C7C6E92C2208}" destId="{D75CC71D-E14A-4804-95D2-8CFA37579C64}" srcOrd="1" destOrd="0" presId="urn:microsoft.com/office/officeart/2018/5/layout/IconCircleLabelList"/>
    <dgm:cxn modelId="{A1AD50DB-3975-43A1-B9C1-429BBAC165FB}" type="presParOf" srcId="{C344F4C7-BD71-4D47-B5E6-C7C6E92C2208}" destId="{CC36A235-BD74-45F4-B422-1B4CCDF21A62}" srcOrd="2" destOrd="0" presId="urn:microsoft.com/office/officeart/2018/5/layout/IconCircleLabelList"/>
    <dgm:cxn modelId="{750C8BB3-4C96-417A-B045-BF8AF1FDFE0E}" type="presParOf" srcId="{C344F4C7-BD71-4D47-B5E6-C7C6E92C2208}" destId="{DA012257-857B-45E2-94B4-79FF9C52E6FB}" srcOrd="3" destOrd="0" presId="urn:microsoft.com/office/officeart/2018/5/layout/IconCircleLabelList"/>
    <dgm:cxn modelId="{FD0D406E-636E-4C56-B437-C7666D98DFE0}" type="presParOf" srcId="{A57691EB-2A9E-4F81-99FB-A54CC3529176}" destId="{88596D16-F229-4F7F-9747-EA9690D3095C}" srcOrd="5" destOrd="0" presId="urn:microsoft.com/office/officeart/2018/5/layout/IconCircleLabelList"/>
    <dgm:cxn modelId="{C463802F-2643-4FA4-93A0-3A91DD30AFC2}" type="presParOf" srcId="{A57691EB-2A9E-4F81-99FB-A54CC3529176}" destId="{BAD479C6-08C0-4AB2-AD96-895CED0EF753}" srcOrd="6" destOrd="0" presId="urn:microsoft.com/office/officeart/2018/5/layout/IconCircleLabelList"/>
    <dgm:cxn modelId="{92654153-31FD-4557-9CBF-2A4C35BFFE55}" type="presParOf" srcId="{BAD479C6-08C0-4AB2-AD96-895CED0EF753}" destId="{7A0A6BE2-3E2E-429C-89D5-82E988C15BE8}" srcOrd="0" destOrd="0" presId="urn:microsoft.com/office/officeart/2018/5/layout/IconCircleLabelList"/>
    <dgm:cxn modelId="{78E040BB-549A-49F4-9EE1-16D4960919F3}" type="presParOf" srcId="{BAD479C6-08C0-4AB2-AD96-895CED0EF753}" destId="{D4D7D121-F143-4CE9-9355-9D080D2B4877}" srcOrd="1" destOrd="0" presId="urn:microsoft.com/office/officeart/2018/5/layout/IconCircleLabelList"/>
    <dgm:cxn modelId="{BE42DDAD-6A5E-4E52-9B5F-C8E8A3A1AD2A}" type="presParOf" srcId="{BAD479C6-08C0-4AB2-AD96-895CED0EF753}" destId="{4A4FF08E-9487-4C87-A4E5-9E8508925927}" srcOrd="2" destOrd="0" presId="urn:microsoft.com/office/officeart/2018/5/layout/IconCircleLabelList"/>
    <dgm:cxn modelId="{266EBDF0-BFE3-4307-8E60-ABC682F9EF78}" type="presParOf" srcId="{BAD479C6-08C0-4AB2-AD96-895CED0EF753}" destId="{4BBA03A1-D6B0-4F61-91AF-2A53A9AD45D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5527718-50FD-49F4-A6FC-263DE189D5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762992C-A824-4105-A029-2F7CD29EB59C}">
      <dgm:prSet/>
      <dgm:spPr/>
      <dgm:t>
        <a:bodyPr/>
        <a:lstStyle/>
        <a:p>
          <a:r>
            <a:rPr lang="en-US"/>
            <a:t>• Nivel de dificultad.</a:t>
          </a:r>
        </a:p>
      </dgm:t>
    </dgm:pt>
    <dgm:pt modelId="{3B7639FF-B67A-4EFC-A48D-556A9B9B53FB}" type="parTrans" cxnId="{6541441F-6982-4E69-BECF-1C19774A6021}">
      <dgm:prSet/>
      <dgm:spPr/>
      <dgm:t>
        <a:bodyPr/>
        <a:lstStyle/>
        <a:p>
          <a:endParaRPr lang="en-US"/>
        </a:p>
      </dgm:t>
    </dgm:pt>
    <dgm:pt modelId="{55EF168F-F785-480A-934F-498010830483}" type="sibTrans" cxnId="{6541441F-6982-4E69-BECF-1C19774A6021}">
      <dgm:prSet/>
      <dgm:spPr/>
      <dgm:t>
        <a:bodyPr/>
        <a:lstStyle/>
        <a:p>
          <a:endParaRPr lang="en-US"/>
        </a:p>
      </dgm:t>
    </dgm:pt>
    <dgm:pt modelId="{4B0E3470-B779-4959-ADB9-E6F2C80B74CC}">
      <dgm:prSet/>
      <dgm:spPr/>
      <dgm:t>
        <a:bodyPr/>
        <a:lstStyle/>
        <a:p>
          <a:r>
            <a:rPr lang="en-US"/>
            <a:t>• Rango de números.</a:t>
          </a:r>
        </a:p>
      </dgm:t>
    </dgm:pt>
    <dgm:pt modelId="{707CDA0A-7543-41D1-8534-7B596B88BD2E}" type="parTrans" cxnId="{6BF0A26A-7AD7-4BD7-8AB9-63562FA8D49F}">
      <dgm:prSet/>
      <dgm:spPr/>
      <dgm:t>
        <a:bodyPr/>
        <a:lstStyle/>
        <a:p>
          <a:endParaRPr lang="en-US"/>
        </a:p>
      </dgm:t>
    </dgm:pt>
    <dgm:pt modelId="{821020A6-EE74-4AEB-9B9B-6E1A002B52D7}" type="sibTrans" cxnId="{6BF0A26A-7AD7-4BD7-8AB9-63562FA8D49F}">
      <dgm:prSet/>
      <dgm:spPr/>
      <dgm:t>
        <a:bodyPr/>
        <a:lstStyle/>
        <a:p>
          <a:endParaRPr lang="en-US"/>
        </a:p>
      </dgm:t>
    </dgm:pt>
    <dgm:pt modelId="{71983A78-BDA6-47FC-87F8-854953CB22B7}">
      <dgm:prSet/>
      <dgm:spPr/>
      <dgm:t>
        <a:bodyPr/>
        <a:lstStyle/>
        <a:p>
          <a:r>
            <a:rPr lang="en-US"/>
            <a:t>• Número máximo de intentos.</a:t>
          </a:r>
        </a:p>
      </dgm:t>
    </dgm:pt>
    <dgm:pt modelId="{B21A0232-5E24-42DA-876B-9E317467A079}" type="parTrans" cxnId="{0DAD6ECF-9F75-4CD4-A2F9-88D197CF3BB7}">
      <dgm:prSet/>
      <dgm:spPr/>
      <dgm:t>
        <a:bodyPr/>
        <a:lstStyle/>
        <a:p>
          <a:endParaRPr lang="en-US"/>
        </a:p>
      </dgm:t>
    </dgm:pt>
    <dgm:pt modelId="{3C65356A-3222-44B0-95B9-AB9C1D78DC3B}" type="sibTrans" cxnId="{0DAD6ECF-9F75-4CD4-A2F9-88D197CF3BB7}">
      <dgm:prSet/>
      <dgm:spPr/>
      <dgm:t>
        <a:bodyPr/>
        <a:lstStyle/>
        <a:p>
          <a:endParaRPr lang="en-US"/>
        </a:p>
      </dgm:t>
    </dgm:pt>
    <dgm:pt modelId="{02FFBB3E-25B6-49B8-8764-0546FF4B6EC2}">
      <dgm:prSet/>
      <dgm:spPr/>
      <dgm:t>
        <a:bodyPr/>
        <a:lstStyle/>
        <a:p>
          <a:r>
            <a:rPr lang="en-US"/>
            <a:t>• Activación de pistas.</a:t>
          </a:r>
        </a:p>
      </dgm:t>
    </dgm:pt>
    <dgm:pt modelId="{6DA50C50-C8B1-4C0D-A2CF-72B388D6B2DF}" type="parTrans" cxnId="{F293F829-5EE2-4894-97DF-4613C616BD57}">
      <dgm:prSet/>
      <dgm:spPr/>
      <dgm:t>
        <a:bodyPr/>
        <a:lstStyle/>
        <a:p>
          <a:endParaRPr lang="en-US"/>
        </a:p>
      </dgm:t>
    </dgm:pt>
    <dgm:pt modelId="{DCCED767-14BB-479C-985B-D8E35B0FDC3F}" type="sibTrans" cxnId="{F293F829-5EE2-4894-97DF-4613C616BD57}">
      <dgm:prSet/>
      <dgm:spPr/>
      <dgm:t>
        <a:bodyPr/>
        <a:lstStyle/>
        <a:p>
          <a:endParaRPr lang="en-US"/>
        </a:p>
      </dgm:t>
    </dgm:pt>
    <dgm:pt modelId="{C94B7692-B3DA-4A80-BA93-948CD0860227}" type="pres">
      <dgm:prSet presAssocID="{55527718-50FD-49F4-A6FC-263DE189D572}" presName="root" presStyleCnt="0">
        <dgm:presLayoutVars>
          <dgm:dir/>
          <dgm:resizeHandles val="exact"/>
        </dgm:presLayoutVars>
      </dgm:prSet>
      <dgm:spPr/>
    </dgm:pt>
    <dgm:pt modelId="{1A8254D6-FBD2-4EF6-8816-78749C306B62}" type="pres">
      <dgm:prSet presAssocID="{6762992C-A824-4105-A029-2F7CD29EB59C}" presName="compNode" presStyleCnt="0"/>
      <dgm:spPr/>
    </dgm:pt>
    <dgm:pt modelId="{A6141D60-19B2-4D68-8F44-060FD12F08F0}" type="pres">
      <dgm:prSet presAssocID="{6762992C-A824-4105-A029-2F7CD29EB59C}" presName="bgRect" presStyleLbl="bgShp" presStyleIdx="0" presStyleCnt="4"/>
      <dgm:spPr/>
    </dgm:pt>
    <dgm:pt modelId="{15943F00-D8E8-45B2-9805-21C6AD0C6C7B}" type="pres">
      <dgm:prSet presAssocID="{6762992C-A824-4105-A029-2F7CD29EB59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7117D441-DAE6-4F6D-9B88-ED7A291493FA}" type="pres">
      <dgm:prSet presAssocID="{6762992C-A824-4105-A029-2F7CD29EB59C}" presName="spaceRect" presStyleCnt="0"/>
      <dgm:spPr/>
    </dgm:pt>
    <dgm:pt modelId="{AFE5AE8D-E092-4D83-A9F2-B6B598B19B90}" type="pres">
      <dgm:prSet presAssocID="{6762992C-A824-4105-A029-2F7CD29EB59C}" presName="parTx" presStyleLbl="revTx" presStyleIdx="0" presStyleCnt="4">
        <dgm:presLayoutVars>
          <dgm:chMax val="0"/>
          <dgm:chPref val="0"/>
        </dgm:presLayoutVars>
      </dgm:prSet>
      <dgm:spPr/>
    </dgm:pt>
    <dgm:pt modelId="{EC67F4F3-6F5A-46C7-9B64-13CD23048198}" type="pres">
      <dgm:prSet presAssocID="{55EF168F-F785-480A-934F-498010830483}" presName="sibTrans" presStyleCnt="0"/>
      <dgm:spPr/>
    </dgm:pt>
    <dgm:pt modelId="{11DEAA6C-8D91-4391-8ECC-529FE847151F}" type="pres">
      <dgm:prSet presAssocID="{4B0E3470-B779-4959-ADB9-E6F2C80B74CC}" presName="compNode" presStyleCnt="0"/>
      <dgm:spPr/>
    </dgm:pt>
    <dgm:pt modelId="{B8E97DDD-EB3E-4A43-BD75-945E9450FFB4}" type="pres">
      <dgm:prSet presAssocID="{4B0E3470-B779-4959-ADB9-E6F2C80B74CC}" presName="bgRect" presStyleLbl="bgShp" presStyleIdx="1" presStyleCnt="4"/>
      <dgm:spPr/>
    </dgm:pt>
    <dgm:pt modelId="{FFB9CBE3-7037-41C0-BE2E-9A64C6AA9865}" type="pres">
      <dgm:prSet presAssocID="{4B0E3470-B779-4959-ADB9-E6F2C80B74C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EC6D529-E96F-49B8-907B-39E4B7A10AD1}" type="pres">
      <dgm:prSet presAssocID="{4B0E3470-B779-4959-ADB9-E6F2C80B74CC}" presName="spaceRect" presStyleCnt="0"/>
      <dgm:spPr/>
    </dgm:pt>
    <dgm:pt modelId="{E6E49E0C-7617-4FE4-9C8E-C9EF6CB14F75}" type="pres">
      <dgm:prSet presAssocID="{4B0E3470-B779-4959-ADB9-E6F2C80B74CC}" presName="parTx" presStyleLbl="revTx" presStyleIdx="1" presStyleCnt="4">
        <dgm:presLayoutVars>
          <dgm:chMax val="0"/>
          <dgm:chPref val="0"/>
        </dgm:presLayoutVars>
      </dgm:prSet>
      <dgm:spPr/>
    </dgm:pt>
    <dgm:pt modelId="{E6F89FBE-C7CC-4B22-955B-051FDFCFAF52}" type="pres">
      <dgm:prSet presAssocID="{821020A6-EE74-4AEB-9B9B-6E1A002B52D7}" presName="sibTrans" presStyleCnt="0"/>
      <dgm:spPr/>
    </dgm:pt>
    <dgm:pt modelId="{F1F28128-8FE8-44C1-9B6F-07E7E8F91D32}" type="pres">
      <dgm:prSet presAssocID="{71983A78-BDA6-47FC-87F8-854953CB22B7}" presName="compNode" presStyleCnt="0"/>
      <dgm:spPr/>
    </dgm:pt>
    <dgm:pt modelId="{E3699D8F-591C-4930-A6DE-FFE9A54B49BF}" type="pres">
      <dgm:prSet presAssocID="{71983A78-BDA6-47FC-87F8-854953CB22B7}" presName="bgRect" presStyleLbl="bgShp" presStyleIdx="2" presStyleCnt="4"/>
      <dgm:spPr/>
    </dgm:pt>
    <dgm:pt modelId="{C78F6EDE-E937-4E80-A099-98D3AC44A3BD}" type="pres">
      <dgm:prSet presAssocID="{71983A78-BDA6-47FC-87F8-854953CB22B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ón"/>
        </a:ext>
      </dgm:extLst>
    </dgm:pt>
    <dgm:pt modelId="{C427856E-909F-4069-9AFC-9F09D8471E04}" type="pres">
      <dgm:prSet presAssocID="{71983A78-BDA6-47FC-87F8-854953CB22B7}" presName="spaceRect" presStyleCnt="0"/>
      <dgm:spPr/>
    </dgm:pt>
    <dgm:pt modelId="{8506D084-9851-4573-9D54-08D3797651A5}" type="pres">
      <dgm:prSet presAssocID="{71983A78-BDA6-47FC-87F8-854953CB22B7}" presName="parTx" presStyleLbl="revTx" presStyleIdx="2" presStyleCnt="4">
        <dgm:presLayoutVars>
          <dgm:chMax val="0"/>
          <dgm:chPref val="0"/>
        </dgm:presLayoutVars>
      </dgm:prSet>
      <dgm:spPr/>
    </dgm:pt>
    <dgm:pt modelId="{B65C2B93-2B15-4F6B-BF3F-2DCAD8EBD439}" type="pres">
      <dgm:prSet presAssocID="{3C65356A-3222-44B0-95B9-AB9C1D78DC3B}" presName="sibTrans" presStyleCnt="0"/>
      <dgm:spPr/>
    </dgm:pt>
    <dgm:pt modelId="{FCF4F3BE-BCD5-4DFA-83D5-3EEFBFBAE70D}" type="pres">
      <dgm:prSet presAssocID="{02FFBB3E-25B6-49B8-8764-0546FF4B6EC2}" presName="compNode" presStyleCnt="0"/>
      <dgm:spPr/>
    </dgm:pt>
    <dgm:pt modelId="{D5E68B75-10C4-4247-9F64-39DDBEE09FA9}" type="pres">
      <dgm:prSet presAssocID="{02FFBB3E-25B6-49B8-8764-0546FF4B6EC2}" presName="bgRect" presStyleLbl="bgShp" presStyleIdx="3" presStyleCnt="4"/>
      <dgm:spPr/>
    </dgm:pt>
    <dgm:pt modelId="{CC2851A6-E329-4F78-8EE5-62535C588B40}" type="pres">
      <dgm:prSet presAssocID="{02FFBB3E-25B6-49B8-8764-0546FF4B6EC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uellas de zapatos"/>
        </a:ext>
      </dgm:extLst>
    </dgm:pt>
    <dgm:pt modelId="{B2D2CF88-C540-4FF5-81A1-7519DE3B6C3A}" type="pres">
      <dgm:prSet presAssocID="{02FFBB3E-25B6-49B8-8764-0546FF4B6EC2}" presName="spaceRect" presStyleCnt="0"/>
      <dgm:spPr/>
    </dgm:pt>
    <dgm:pt modelId="{9750385F-AEA0-4058-A95E-EB23AB31A2B2}" type="pres">
      <dgm:prSet presAssocID="{02FFBB3E-25B6-49B8-8764-0546FF4B6EC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E89AB10-4C7B-481A-8877-3E4559A23272}" type="presOf" srcId="{02FFBB3E-25B6-49B8-8764-0546FF4B6EC2}" destId="{9750385F-AEA0-4058-A95E-EB23AB31A2B2}" srcOrd="0" destOrd="0" presId="urn:microsoft.com/office/officeart/2018/2/layout/IconVerticalSolidList"/>
    <dgm:cxn modelId="{6541441F-6982-4E69-BECF-1C19774A6021}" srcId="{55527718-50FD-49F4-A6FC-263DE189D572}" destId="{6762992C-A824-4105-A029-2F7CD29EB59C}" srcOrd="0" destOrd="0" parTransId="{3B7639FF-B67A-4EFC-A48D-556A9B9B53FB}" sibTransId="{55EF168F-F785-480A-934F-498010830483}"/>
    <dgm:cxn modelId="{F293F829-5EE2-4894-97DF-4613C616BD57}" srcId="{55527718-50FD-49F4-A6FC-263DE189D572}" destId="{02FFBB3E-25B6-49B8-8764-0546FF4B6EC2}" srcOrd="3" destOrd="0" parTransId="{6DA50C50-C8B1-4C0D-A2CF-72B388D6B2DF}" sibTransId="{DCCED767-14BB-479C-985B-D8E35B0FDC3F}"/>
    <dgm:cxn modelId="{14ABF634-1864-4B62-81EF-53AE8C80FA60}" type="presOf" srcId="{55527718-50FD-49F4-A6FC-263DE189D572}" destId="{C94B7692-B3DA-4A80-BA93-948CD0860227}" srcOrd="0" destOrd="0" presId="urn:microsoft.com/office/officeart/2018/2/layout/IconVerticalSolidList"/>
    <dgm:cxn modelId="{6BF0A26A-7AD7-4BD7-8AB9-63562FA8D49F}" srcId="{55527718-50FD-49F4-A6FC-263DE189D572}" destId="{4B0E3470-B779-4959-ADB9-E6F2C80B74CC}" srcOrd="1" destOrd="0" parTransId="{707CDA0A-7543-41D1-8534-7B596B88BD2E}" sibTransId="{821020A6-EE74-4AEB-9B9B-6E1A002B52D7}"/>
    <dgm:cxn modelId="{D26FF79E-3FEA-44A9-9144-E2DB3D220589}" type="presOf" srcId="{71983A78-BDA6-47FC-87F8-854953CB22B7}" destId="{8506D084-9851-4573-9D54-08D3797651A5}" srcOrd="0" destOrd="0" presId="urn:microsoft.com/office/officeart/2018/2/layout/IconVerticalSolidList"/>
    <dgm:cxn modelId="{4F2E2BBC-E32F-4F55-99CC-59B194761F52}" type="presOf" srcId="{6762992C-A824-4105-A029-2F7CD29EB59C}" destId="{AFE5AE8D-E092-4D83-A9F2-B6B598B19B90}" srcOrd="0" destOrd="0" presId="urn:microsoft.com/office/officeart/2018/2/layout/IconVerticalSolidList"/>
    <dgm:cxn modelId="{798EBCC1-6BD9-49AC-ACF9-08B7BA88734D}" type="presOf" srcId="{4B0E3470-B779-4959-ADB9-E6F2C80B74CC}" destId="{E6E49E0C-7617-4FE4-9C8E-C9EF6CB14F75}" srcOrd="0" destOrd="0" presId="urn:microsoft.com/office/officeart/2018/2/layout/IconVerticalSolidList"/>
    <dgm:cxn modelId="{0DAD6ECF-9F75-4CD4-A2F9-88D197CF3BB7}" srcId="{55527718-50FD-49F4-A6FC-263DE189D572}" destId="{71983A78-BDA6-47FC-87F8-854953CB22B7}" srcOrd="2" destOrd="0" parTransId="{B21A0232-5E24-42DA-876B-9E317467A079}" sibTransId="{3C65356A-3222-44B0-95B9-AB9C1D78DC3B}"/>
    <dgm:cxn modelId="{88D81303-B952-43B9-8669-F4D94C50A755}" type="presParOf" srcId="{C94B7692-B3DA-4A80-BA93-948CD0860227}" destId="{1A8254D6-FBD2-4EF6-8816-78749C306B62}" srcOrd="0" destOrd="0" presId="urn:microsoft.com/office/officeart/2018/2/layout/IconVerticalSolidList"/>
    <dgm:cxn modelId="{C87C9DCC-D1F8-4474-A8D2-A1B8C034E6F6}" type="presParOf" srcId="{1A8254D6-FBD2-4EF6-8816-78749C306B62}" destId="{A6141D60-19B2-4D68-8F44-060FD12F08F0}" srcOrd="0" destOrd="0" presId="urn:microsoft.com/office/officeart/2018/2/layout/IconVerticalSolidList"/>
    <dgm:cxn modelId="{C3121E5F-D88E-4983-A66E-721EF3539D9E}" type="presParOf" srcId="{1A8254D6-FBD2-4EF6-8816-78749C306B62}" destId="{15943F00-D8E8-45B2-9805-21C6AD0C6C7B}" srcOrd="1" destOrd="0" presId="urn:microsoft.com/office/officeart/2018/2/layout/IconVerticalSolidList"/>
    <dgm:cxn modelId="{AE5A6EF9-E28D-4CAD-953A-4032381DF9A3}" type="presParOf" srcId="{1A8254D6-FBD2-4EF6-8816-78749C306B62}" destId="{7117D441-DAE6-4F6D-9B88-ED7A291493FA}" srcOrd="2" destOrd="0" presId="urn:microsoft.com/office/officeart/2018/2/layout/IconVerticalSolidList"/>
    <dgm:cxn modelId="{FA233C54-872B-42A6-B9AB-1C6AE49F68C4}" type="presParOf" srcId="{1A8254D6-FBD2-4EF6-8816-78749C306B62}" destId="{AFE5AE8D-E092-4D83-A9F2-B6B598B19B90}" srcOrd="3" destOrd="0" presId="urn:microsoft.com/office/officeart/2018/2/layout/IconVerticalSolidList"/>
    <dgm:cxn modelId="{282AD158-B88F-489A-A3C3-3AB0B882C8F1}" type="presParOf" srcId="{C94B7692-B3DA-4A80-BA93-948CD0860227}" destId="{EC67F4F3-6F5A-46C7-9B64-13CD23048198}" srcOrd="1" destOrd="0" presId="urn:microsoft.com/office/officeart/2018/2/layout/IconVerticalSolidList"/>
    <dgm:cxn modelId="{7641EF85-57E3-41A2-9ABF-2549BE8AF4A1}" type="presParOf" srcId="{C94B7692-B3DA-4A80-BA93-948CD0860227}" destId="{11DEAA6C-8D91-4391-8ECC-529FE847151F}" srcOrd="2" destOrd="0" presId="urn:microsoft.com/office/officeart/2018/2/layout/IconVerticalSolidList"/>
    <dgm:cxn modelId="{AD6A4879-F714-4390-9207-70F06AD29F6D}" type="presParOf" srcId="{11DEAA6C-8D91-4391-8ECC-529FE847151F}" destId="{B8E97DDD-EB3E-4A43-BD75-945E9450FFB4}" srcOrd="0" destOrd="0" presId="urn:microsoft.com/office/officeart/2018/2/layout/IconVerticalSolidList"/>
    <dgm:cxn modelId="{098B5795-34CB-4EB0-A77B-12CB77B323BF}" type="presParOf" srcId="{11DEAA6C-8D91-4391-8ECC-529FE847151F}" destId="{FFB9CBE3-7037-41C0-BE2E-9A64C6AA9865}" srcOrd="1" destOrd="0" presId="urn:microsoft.com/office/officeart/2018/2/layout/IconVerticalSolidList"/>
    <dgm:cxn modelId="{917FC14C-E963-4334-A9DC-731FDA395DED}" type="presParOf" srcId="{11DEAA6C-8D91-4391-8ECC-529FE847151F}" destId="{9EC6D529-E96F-49B8-907B-39E4B7A10AD1}" srcOrd="2" destOrd="0" presId="urn:microsoft.com/office/officeart/2018/2/layout/IconVerticalSolidList"/>
    <dgm:cxn modelId="{3403D62D-5868-4E63-80C0-EEA6206849A7}" type="presParOf" srcId="{11DEAA6C-8D91-4391-8ECC-529FE847151F}" destId="{E6E49E0C-7617-4FE4-9C8E-C9EF6CB14F75}" srcOrd="3" destOrd="0" presId="urn:microsoft.com/office/officeart/2018/2/layout/IconVerticalSolidList"/>
    <dgm:cxn modelId="{8110BE43-112A-4FF4-B736-4E09C3C2C9D2}" type="presParOf" srcId="{C94B7692-B3DA-4A80-BA93-948CD0860227}" destId="{E6F89FBE-C7CC-4B22-955B-051FDFCFAF52}" srcOrd="3" destOrd="0" presId="urn:microsoft.com/office/officeart/2018/2/layout/IconVerticalSolidList"/>
    <dgm:cxn modelId="{3ED1627B-C1C1-48B8-BE32-D3EDC326C107}" type="presParOf" srcId="{C94B7692-B3DA-4A80-BA93-948CD0860227}" destId="{F1F28128-8FE8-44C1-9B6F-07E7E8F91D32}" srcOrd="4" destOrd="0" presId="urn:microsoft.com/office/officeart/2018/2/layout/IconVerticalSolidList"/>
    <dgm:cxn modelId="{7A86CDC4-0B0F-4A3F-8027-C1DF5F9B2576}" type="presParOf" srcId="{F1F28128-8FE8-44C1-9B6F-07E7E8F91D32}" destId="{E3699D8F-591C-4930-A6DE-FFE9A54B49BF}" srcOrd="0" destOrd="0" presId="urn:microsoft.com/office/officeart/2018/2/layout/IconVerticalSolidList"/>
    <dgm:cxn modelId="{8C7ACF7E-1C7E-4509-8F80-FA8E9BC4D4EA}" type="presParOf" srcId="{F1F28128-8FE8-44C1-9B6F-07E7E8F91D32}" destId="{C78F6EDE-E937-4E80-A099-98D3AC44A3BD}" srcOrd="1" destOrd="0" presId="urn:microsoft.com/office/officeart/2018/2/layout/IconVerticalSolidList"/>
    <dgm:cxn modelId="{2FC1BF9A-3881-484C-8501-27EC1B229BDB}" type="presParOf" srcId="{F1F28128-8FE8-44C1-9B6F-07E7E8F91D32}" destId="{C427856E-909F-4069-9AFC-9F09D8471E04}" srcOrd="2" destOrd="0" presId="urn:microsoft.com/office/officeart/2018/2/layout/IconVerticalSolidList"/>
    <dgm:cxn modelId="{4A007E80-C89D-49EA-931E-DB92E022B24C}" type="presParOf" srcId="{F1F28128-8FE8-44C1-9B6F-07E7E8F91D32}" destId="{8506D084-9851-4573-9D54-08D3797651A5}" srcOrd="3" destOrd="0" presId="urn:microsoft.com/office/officeart/2018/2/layout/IconVerticalSolidList"/>
    <dgm:cxn modelId="{0D253F0F-27E3-43B1-9E31-ABEDD3B3B8AD}" type="presParOf" srcId="{C94B7692-B3DA-4A80-BA93-948CD0860227}" destId="{B65C2B93-2B15-4F6B-BF3F-2DCAD8EBD439}" srcOrd="5" destOrd="0" presId="urn:microsoft.com/office/officeart/2018/2/layout/IconVerticalSolidList"/>
    <dgm:cxn modelId="{EAEF6C74-2A17-41E1-AA23-CE1818582F37}" type="presParOf" srcId="{C94B7692-B3DA-4A80-BA93-948CD0860227}" destId="{FCF4F3BE-BCD5-4DFA-83D5-3EEFBFBAE70D}" srcOrd="6" destOrd="0" presId="urn:microsoft.com/office/officeart/2018/2/layout/IconVerticalSolidList"/>
    <dgm:cxn modelId="{7ECFDB41-7FBD-46DF-ACFD-70B8D9CEE82A}" type="presParOf" srcId="{FCF4F3BE-BCD5-4DFA-83D5-3EEFBFBAE70D}" destId="{D5E68B75-10C4-4247-9F64-39DDBEE09FA9}" srcOrd="0" destOrd="0" presId="urn:microsoft.com/office/officeart/2018/2/layout/IconVerticalSolidList"/>
    <dgm:cxn modelId="{C5716D42-0ACF-4CD4-A42C-B932A411A876}" type="presParOf" srcId="{FCF4F3BE-BCD5-4DFA-83D5-3EEFBFBAE70D}" destId="{CC2851A6-E329-4F78-8EE5-62535C588B40}" srcOrd="1" destOrd="0" presId="urn:microsoft.com/office/officeart/2018/2/layout/IconVerticalSolidList"/>
    <dgm:cxn modelId="{C6A45755-D173-453A-9AE2-22479003457A}" type="presParOf" srcId="{FCF4F3BE-BCD5-4DFA-83D5-3EEFBFBAE70D}" destId="{B2D2CF88-C540-4FF5-81A1-7519DE3B6C3A}" srcOrd="2" destOrd="0" presId="urn:microsoft.com/office/officeart/2018/2/layout/IconVerticalSolidList"/>
    <dgm:cxn modelId="{57B6ECC4-DB0C-4152-A734-DDA4A42A2910}" type="presParOf" srcId="{FCF4F3BE-BCD5-4DFA-83D5-3EEFBFBAE70D}" destId="{9750385F-AEA0-4058-A95E-EB23AB31A2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18F736-613F-4924-9AE9-7C85DCA65C9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12DCACA-1607-4E28-BAC7-BFBA7A21088A}">
      <dgm:prSet/>
      <dgm:spPr/>
      <dgm:t>
        <a:bodyPr/>
        <a:lstStyle/>
        <a:p>
          <a:pPr>
            <a:defRPr cap="all"/>
          </a:pPr>
          <a:r>
            <a:rPr lang="en-US"/>
            <a:t>• Identificación del problema.</a:t>
          </a:r>
        </a:p>
      </dgm:t>
    </dgm:pt>
    <dgm:pt modelId="{24131CCA-21C3-468B-A448-482C63D615A0}" type="parTrans" cxnId="{08A65444-D67C-4EF9-A6C0-3DA62BDA1366}">
      <dgm:prSet/>
      <dgm:spPr/>
      <dgm:t>
        <a:bodyPr/>
        <a:lstStyle/>
        <a:p>
          <a:endParaRPr lang="en-US"/>
        </a:p>
      </dgm:t>
    </dgm:pt>
    <dgm:pt modelId="{FBB7362B-3D50-45F8-BE05-32BBD4A4CA55}" type="sibTrans" cxnId="{08A65444-D67C-4EF9-A6C0-3DA62BDA1366}">
      <dgm:prSet/>
      <dgm:spPr/>
      <dgm:t>
        <a:bodyPr/>
        <a:lstStyle/>
        <a:p>
          <a:endParaRPr lang="en-US"/>
        </a:p>
      </dgm:t>
    </dgm:pt>
    <dgm:pt modelId="{207E9D7F-A47D-40FA-AD7F-9BABEA249838}">
      <dgm:prSet/>
      <dgm:spPr/>
      <dgm:t>
        <a:bodyPr/>
        <a:lstStyle/>
        <a:p>
          <a:pPr>
            <a:defRPr cap="all"/>
          </a:pPr>
          <a:r>
            <a:rPr lang="en-US"/>
            <a:t>• Diseño del algoritmo.</a:t>
          </a:r>
        </a:p>
      </dgm:t>
    </dgm:pt>
    <dgm:pt modelId="{DCD5B5E9-E10B-408C-BDA3-5E7D4264B3DE}" type="parTrans" cxnId="{A18677D1-88C5-4CF3-BD2A-57AFDD7EA8C9}">
      <dgm:prSet/>
      <dgm:spPr/>
      <dgm:t>
        <a:bodyPr/>
        <a:lstStyle/>
        <a:p>
          <a:endParaRPr lang="en-US"/>
        </a:p>
      </dgm:t>
    </dgm:pt>
    <dgm:pt modelId="{F2FEE309-96F3-44BF-B8C7-A4D4218C0EA2}" type="sibTrans" cxnId="{A18677D1-88C5-4CF3-BD2A-57AFDD7EA8C9}">
      <dgm:prSet/>
      <dgm:spPr/>
      <dgm:t>
        <a:bodyPr/>
        <a:lstStyle/>
        <a:p>
          <a:endParaRPr lang="en-US"/>
        </a:p>
      </dgm:t>
    </dgm:pt>
    <dgm:pt modelId="{5CFA1E25-589A-4DCA-AD16-AC057610F7AD}">
      <dgm:prSet/>
      <dgm:spPr/>
      <dgm:t>
        <a:bodyPr/>
        <a:lstStyle/>
        <a:p>
          <a:pPr>
            <a:defRPr cap="all"/>
          </a:pPr>
          <a:r>
            <a:rPr lang="en-US"/>
            <a:t>• Pensamiento lógico.</a:t>
          </a:r>
        </a:p>
      </dgm:t>
    </dgm:pt>
    <dgm:pt modelId="{5AC541D6-5C5C-4DE1-936F-5FA48661324A}" type="parTrans" cxnId="{7A038F61-CFFE-4538-B39C-113C2A2BA857}">
      <dgm:prSet/>
      <dgm:spPr/>
      <dgm:t>
        <a:bodyPr/>
        <a:lstStyle/>
        <a:p>
          <a:endParaRPr lang="en-US"/>
        </a:p>
      </dgm:t>
    </dgm:pt>
    <dgm:pt modelId="{CB7200A8-1D4D-48A1-B15B-8C55D535A876}" type="sibTrans" cxnId="{7A038F61-CFFE-4538-B39C-113C2A2BA857}">
      <dgm:prSet/>
      <dgm:spPr/>
      <dgm:t>
        <a:bodyPr/>
        <a:lstStyle/>
        <a:p>
          <a:endParaRPr lang="en-US"/>
        </a:p>
      </dgm:t>
    </dgm:pt>
    <dgm:pt modelId="{F5FD4D9C-1396-41BE-8FD7-CE7858E5DD24}" type="pres">
      <dgm:prSet presAssocID="{CD18F736-613F-4924-9AE9-7C85DCA65C90}" presName="root" presStyleCnt="0">
        <dgm:presLayoutVars>
          <dgm:dir/>
          <dgm:resizeHandles val="exact"/>
        </dgm:presLayoutVars>
      </dgm:prSet>
      <dgm:spPr/>
    </dgm:pt>
    <dgm:pt modelId="{77209FEF-4B6C-406E-9DF4-6B861339B203}" type="pres">
      <dgm:prSet presAssocID="{112DCACA-1607-4E28-BAC7-BFBA7A21088A}" presName="compNode" presStyleCnt="0"/>
      <dgm:spPr/>
    </dgm:pt>
    <dgm:pt modelId="{8605C3BB-8226-4CE1-93DC-9B4C845038A5}" type="pres">
      <dgm:prSet presAssocID="{112DCACA-1607-4E28-BAC7-BFBA7A21088A}" presName="iconBgRect" presStyleLbl="bgShp" presStyleIdx="0" presStyleCnt="3"/>
      <dgm:spPr/>
    </dgm:pt>
    <dgm:pt modelId="{B4324DA4-58D3-4288-943B-36B5B1D40D43}" type="pres">
      <dgm:prSet presAssocID="{112DCACA-1607-4E28-BAC7-BFBA7A21088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14442F8E-7FD2-4EA3-A0AD-412842D65E58}" type="pres">
      <dgm:prSet presAssocID="{112DCACA-1607-4E28-BAC7-BFBA7A21088A}" presName="spaceRect" presStyleCnt="0"/>
      <dgm:spPr/>
    </dgm:pt>
    <dgm:pt modelId="{43F17A99-2E5E-4017-BB1E-1AB76162DA0A}" type="pres">
      <dgm:prSet presAssocID="{112DCACA-1607-4E28-BAC7-BFBA7A21088A}" presName="textRect" presStyleLbl="revTx" presStyleIdx="0" presStyleCnt="3">
        <dgm:presLayoutVars>
          <dgm:chMax val="1"/>
          <dgm:chPref val="1"/>
        </dgm:presLayoutVars>
      </dgm:prSet>
      <dgm:spPr/>
    </dgm:pt>
    <dgm:pt modelId="{C12491B3-727D-4EC9-AD48-7E20C70144EB}" type="pres">
      <dgm:prSet presAssocID="{FBB7362B-3D50-45F8-BE05-32BBD4A4CA55}" presName="sibTrans" presStyleCnt="0"/>
      <dgm:spPr/>
    </dgm:pt>
    <dgm:pt modelId="{EC6D1C2E-3888-4A4D-BB9D-B020076AC3C3}" type="pres">
      <dgm:prSet presAssocID="{207E9D7F-A47D-40FA-AD7F-9BABEA249838}" presName="compNode" presStyleCnt="0"/>
      <dgm:spPr/>
    </dgm:pt>
    <dgm:pt modelId="{A2EFC362-656B-42A8-9A99-552B7CC2438F}" type="pres">
      <dgm:prSet presAssocID="{207E9D7F-A47D-40FA-AD7F-9BABEA249838}" presName="iconBgRect" presStyleLbl="bgShp" presStyleIdx="1" presStyleCnt="3"/>
      <dgm:spPr/>
    </dgm:pt>
    <dgm:pt modelId="{183DDCEF-3204-4EB1-B747-47366C1BB642}" type="pres">
      <dgm:prSet presAssocID="{207E9D7F-A47D-40FA-AD7F-9BABEA24983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CBE3D8E6-63F3-42C8-85AF-D19BEE9E41D8}" type="pres">
      <dgm:prSet presAssocID="{207E9D7F-A47D-40FA-AD7F-9BABEA249838}" presName="spaceRect" presStyleCnt="0"/>
      <dgm:spPr/>
    </dgm:pt>
    <dgm:pt modelId="{B0214850-3E86-4580-AD9D-11EC6B23D4FA}" type="pres">
      <dgm:prSet presAssocID="{207E9D7F-A47D-40FA-AD7F-9BABEA249838}" presName="textRect" presStyleLbl="revTx" presStyleIdx="1" presStyleCnt="3">
        <dgm:presLayoutVars>
          <dgm:chMax val="1"/>
          <dgm:chPref val="1"/>
        </dgm:presLayoutVars>
      </dgm:prSet>
      <dgm:spPr/>
    </dgm:pt>
    <dgm:pt modelId="{573E738F-366A-4F9D-8841-227F16FE29B7}" type="pres">
      <dgm:prSet presAssocID="{F2FEE309-96F3-44BF-B8C7-A4D4218C0EA2}" presName="sibTrans" presStyleCnt="0"/>
      <dgm:spPr/>
    </dgm:pt>
    <dgm:pt modelId="{1644F0EF-8096-4A42-BBC3-C1A21DD3102D}" type="pres">
      <dgm:prSet presAssocID="{5CFA1E25-589A-4DCA-AD16-AC057610F7AD}" presName="compNode" presStyleCnt="0"/>
      <dgm:spPr/>
    </dgm:pt>
    <dgm:pt modelId="{F2993BA9-C402-4679-A605-7ED65EC15F7E}" type="pres">
      <dgm:prSet presAssocID="{5CFA1E25-589A-4DCA-AD16-AC057610F7AD}" presName="iconBgRect" presStyleLbl="bgShp" presStyleIdx="2" presStyleCnt="3"/>
      <dgm:spPr/>
    </dgm:pt>
    <dgm:pt modelId="{DFAD6DD0-B31C-4C93-94E2-1E3B6B648B15}" type="pres">
      <dgm:prSet presAssocID="{5CFA1E25-589A-4DCA-AD16-AC057610F7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D655563E-B1FD-425F-BC76-D16AA9E839A7}" type="pres">
      <dgm:prSet presAssocID="{5CFA1E25-589A-4DCA-AD16-AC057610F7AD}" presName="spaceRect" presStyleCnt="0"/>
      <dgm:spPr/>
    </dgm:pt>
    <dgm:pt modelId="{9F5C2AC5-D775-4A89-9FDC-B1A00DFA82DC}" type="pres">
      <dgm:prSet presAssocID="{5CFA1E25-589A-4DCA-AD16-AC057610F7A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DA6730A-91FB-414F-AE84-ED4FEF2755A9}" type="presOf" srcId="{112DCACA-1607-4E28-BAC7-BFBA7A21088A}" destId="{43F17A99-2E5E-4017-BB1E-1AB76162DA0A}" srcOrd="0" destOrd="0" presId="urn:microsoft.com/office/officeart/2018/5/layout/IconCircleLabelList"/>
    <dgm:cxn modelId="{06E21223-2C21-43A7-8D65-E6FC0BFFD39B}" type="presOf" srcId="{CD18F736-613F-4924-9AE9-7C85DCA65C90}" destId="{F5FD4D9C-1396-41BE-8FD7-CE7858E5DD24}" srcOrd="0" destOrd="0" presId="urn:microsoft.com/office/officeart/2018/5/layout/IconCircleLabelList"/>
    <dgm:cxn modelId="{7A038F61-CFFE-4538-B39C-113C2A2BA857}" srcId="{CD18F736-613F-4924-9AE9-7C85DCA65C90}" destId="{5CFA1E25-589A-4DCA-AD16-AC057610F7AD}" srcOrd="2" destOrd="0" parTransId="{5AC541D6-5C5C-4DE1-936F-5FA48661324A}" sibTransId="{CB7200A8-1D4D-48A1-B15B-8C55D535A876}"/>
    <dgm:cxn modelId="{08A65444-D67C-4EF9-A6C0-3DA62BDA1366}" srcId="{CD18F736-613F-4924-9AE9-7C85DCA65C90}" destId="{112DCACA-1607-4E28-BAC7-BFBA7A21088A}" srcOrd="0" destOrd="0" parTransId="{24131CCA-21C3-468B-A448-482C63D615A0}" sibTransId="{FBB7362B-3D50-45F8-BE05-32BBD4A4CA55}"/>
    <dgm:cxn modelId="{7278A0C4-0BBB-4588-9733-EF6363F4275D}" type="presOf" srcId="{5CFA1E25-589A-4DCA-AD16-AC057610F7AD}" destId="{9F5C2AC5-D775-4A89-9FDC-B1A00DFA82DC}" srcOrd="0" destOrd="0" presId="urn:microsoft.com/office/officeart/2018/5/layout/IconCircleLabelList"/>
    <dgm:cxn modelId="{A18677D1-88C5-4CF3-BD2A-57AFDD7EA8C9}" srcId="{CD18F736-613F-4924-9AE9-7C85DCA65C90}" destId="{207E9D7F-A47D-40FA-AD7F-9BABEA249838}" srcOrd="1" destOrd="0" parTransId="{DCD5B5E9-E10B-408C-BDA3-5E7D4264B3DE}" sibTransId="{F2FEE309-96F3-44BF-B8C7-A4D4218C0EA2}"/>
    <dgm:cxn modelId="{CF1F89EE-0BD2-4FBA-9CA1-F13664995E73}" type="presOf" srcId="{207E9D7F-A47D-40FA-AD7F-9BABEA249838}" destId="{B0214850-3E86-4580-AD9D-11EC6B23D4FA}" srcOrd="0" destOrd="0" presId="urn:microsoft.com/office/officeart/2018/5/layout/IconCircleLabelList"/>
    <dgm:cxn modelId="{3EBB6BF3-6322-4480-BD63-94B3BED4A3F2}" type="presParOf" srcId="{F5FD4D9C-1396-41BE-8FD7-CE7858E5DD24}" destId="{77209FEF-4B6C-406E-9DF4-6B861339B203}" srcOrd="0" destOrd="0" presId="urn:microsoft.com/office/officeart/2018/5/layout/IconCircleLabelList"/>
    <dgm:cxn modelId="{CA81CCAF-6245-4B4D-99BF-5F4C310DD79B}" type="presParOf" srcId="{77209FEF-4B6C-406E-9DF4-6B861339B203}" destId="{8605C3BB-8226-4CE1-93DC-9B4C845038A5}" srcOrd="0" destOrd="0" presId="urn:microsoft.com/office/officeart/2018/5/layout/IconCircleLabelList"/>
    <dgm:cxn modelId="{83668B28-EE7B-459B-ADB8-FF36EF1481BD}" type="presParOf" srcId="{77209FEF-4B6C-406E-9DF4-6B861339B203}" destId="{B4324DA4-58D3-4288-943B-36B5B1D40D43}" srcOrd="1" destOrd="0" presId="urn:microsoft.com/office/officeart/2018/5/layout/IconCircleLabelList"/>
    <dgm:cxn modelId="{0D50BABB-AB58-4B00-AEDC-4D3C22228C09}" type="presParOf" srcId="{77209FEF-4B6C-406E-9DF4-6B861339B203}" destId="{14442F8E-7FD2-4EA3-A0AD-412842D65E58}" srcOrd="2" destOrd="0" presId="urn:microsoft.com/office/officeart/2018/5/layout/IconCircleLabelList"/>
    <dgm:cxn modelId="{1EF5460A-6ED6-4B80-95B4-9690B5E4B615}" type="presParOf" srcId="{77209FEF-4B6C-406E-9DF4-6B861339B203}" destId="{43F17A99-2E5E-4017-BB1E-1AB76162DA0A}" srcOrd="3" destOrd="0" presId="urn:microsoft.com/office/officeart/2018/5/layout/IconCircleLabelList"/>
    <dgm:cxn modelId="{D13F1730-D282-4003-8A70-F8BDF0E74AA8}" type="presParOf" srcId="{F5FD4D9C-1396-41BE-8FD7-CE7858E5DD24}" destId="{C12491B3-727D-4EC9-AD48-7E20C70144EB}" srcOrd="1" destOrd="0" presId="urn:microsoft.com/office/officeart/2018/5/layout/IconCircleLabelList"/>
    <dgm:cxn modelId="{DE44DECB-23D4-4E87-9F3A-C70B2E03C266}" type="presParOf" srcId="{F5FD4D9C-1396-41BE-8FD7-CE7858E5DD24}" destId="{EC6D1C2E-3888-4A4D-BB9D-B020076AC3C3}" srcOrd="2" destOrd="0" presId="urn:microsoft.com/office/officeart/2018/5/layout/IconCircleLabelList"/>
    <dgm:cxn modelId="{7903DE1B-6140-47B2-9781-95B191E4F184}" type="presParOf" srcId="{EC6D1C2E-3888-4A4D-BB9D-B020076AC3C3}" destId="{A2EFC362-656B-42A8-9A99-552B7CC2438F}" srcOrd="0" destOrd="0" presId="urn:microsoft.com/office/officeart/2018/5/layout/IconCircleLabelList"/>
    <dgm:cxn modelId="{B03DF0A9-84F1-40BB-8183-067F6E42CDDB}" type="presParOf" srcId="{EC6D1C2E-3888-4A4D-BB9D-B020076AC3C3}" destId="{183DDCEF-3204-4EB1-B747-47366C1BB642}" srcOrd="1" destOrd="0" presId="urn:microsoft.com/office/officeart/2018/5/layout/IconCircleLabelList"/>
    <dgm:cxn modelId="{8AAB9847-12CF-4D89-B2F9-861051AFB01C}" type="presParOf" srcId="{EC6D1C2E-3888-4A4D-BB9D-B020076AC3C3}" destId="{CBE3D8E6-63F3-42C8-85AF-D19BEE9E41D8}" srcOrd="2" destOrd="0" presId="urn:microsoft.com/office/officeart/2018/5/layout/IconCircleLabelList"/>
    <dgm:cxn modelId="{2D58D76B-5037-4A11-B5B3-17EADFE8BE54}" type="presParOf" srcId="{EC6D1C2E-3888-4A4D-BB9D-B020076AC3C3}" destId="{B0214850-3E86-4580-AD9D-11EC6B23D4FA}" srcOrd="3" destOrd="0" presId="urn:microsoft.com/office/officeart/2018/5/layout/IconCircleLabelList"/>
    <dgm:cxn modelId="{6403D196-FDFA-4608-B0BC-42BEADFF49BD}" type="presParOf" srcId="{F5FD4D9C-1396-41BE-8FD7-CE7858E5DD24}" destId="{573E738F-366A-4F9D-8841-227F16FE29B7}" srcOrd="3" destOrd="0" presId="urn:microsoft.com/office/officeart/2018/5/layout/IconCircleLabelList"/>
    <dgm:cxn modelId="{58CF7080-2532-4B28-A954-4FF94FDBDC6F}" type="presParOf" srcId="{F5FD4D9C-1396-41BE-8FD7-CE7858E5DD24}" destId="{1644F0EF-8096-4A42-BBC3-C1A21DD3102D}" srcOrd="4" destOrd="0" presId="urn:microsoft.com/office/officeart/2018/5/layout/IconCircleLabelList"/>
    <dgm:cxn modelId="{C6C34BBA-A0CD-4D71-8EE1-5686F8D124D6}" type="presParOf" srcId="{1644F0EF-8096-4A42-BBC3-C1A21DD3102D}" destId="{F2993BA9-C402-4679-A605-7ED65EC15F7E}" srcOrd="0" destOrd="0" presId="urn:microsoft.com/office/officeart/2018/5/layout/IconCircleLabelList"/>
    <dgm:cxn modelId="{9201D99B-5623-4D95-9D84-7AF79E876D6C}" type="presParOf" srcId="{1644F0EF-8096-4A42-BBC3-C1A21DD3102D}" destId="{DFAD6DD0-B31C-4C93-94E2-1E3B6B648B15}" srcOrd="1" destOrd="0" presId="urn:microsoft.com/office/officeart/2018/5/layout/IconCircleLabelList"/>
    <dgm:cxn modelId="{1D0E6B6A-2625-44C6-A52B-E71D8555C63B}" type="presParOf" srcId="{1644F0EF-8096-4A42-BBC3-C1A21DD3102D}" destId="{D655563E-B1FD-425F-BC76-D16AA9E839A7}" srcOrd="2" destOrd="0" presId="urn:microsoft.com/office/officeart/2018/5/layout/IconCircleLabelList"/>
    <dgm:cxn modelId="{912EDD6E-3270-49DC-AAF0-3D33FF19F5A4}" type="presParOf" srcId="{1644F0EF-8096-4A42-BBC3-C1A21DD3102D}" destId="{9F5C2AC5-D775-4A89-9FDC-B1A00DFA82D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16930E2-7E13-4274-A83C-88D35E7845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A999502-96B6-4BAE-B85E-EFF3F008BEA3}">
      <dgm:prSet/>
      <dgm:spPr/>
      <dgm:t>
        <a:bodyPr/>
        <a:lstStyle/>
        <a:p>
          <a:r>
            <a:rPr lang="en-US"/>
            <a:t>• Condicionales.</a:t>
          </a:r>
        </a:p>
      </dgm:t>
    </dgm:pt>
    <dgm:pt modelId="{44E71372-8AF3-4ADC-9CD5-DD74B55D1FCB}" type="parTrans" cxnId="{2F5D14A1-5E39-4D59-AD20-056B8E9AAD49}">
      <dgm:prSet/>
      <dgm:spPr/>
      <dgm:t>
        <a:bodyPr/>
        <a:lstStyle/>
        <a:p>
          <a:endParaRPr lang="en-US"/>
        </a:p>
      </dgm:t>
    </dgm:pt>
    <dgm:pt modelId="{B5613E07-7D08-4D41-BBD9-79FB57D8EA35}" type="sibTrans" cxnId="{2F5D14A1-5E39-4D59-AD20-056B8E9AAD49}">
      <dgm:prSet/>
      <dgm:spPr/>
      <dgm:t>
        <a:bodyPr/>
        <a:lstStyle/>
        <a:p>
          <a:endParaRPr lang="en-US"/>
        </a:p>
      </dgm:t>
    </dgm:pt>
    <dgm:pt modelId="{778AFD00-7686-429D-B63B-D08F6B51169E}">
      <dgm:prSet/>
      <dgm:spPr/>
      <dgm:t>
        <a:bodyPr/>
        <a:lstStyle/>
        <a:p>
          <a:r>
            <a:rPr lang="en-US"/>
            <a:t>• Bucles.</a:t>
          </a:r>
        </a:p>
      </dgm:t>
    </dgm:pt>
    <dgm:pt modelId="{BF16FE7A-825E-4DC6-A14C-C09701801659}" type="parTrans" cxnId="{283A9CB2-386B-4E7A-8D6A-BAE6A39E7D60}">
      <dgm:prSet/>
      <dgm:spPr/>
      <dgm:t>
        <a:bodyPr/>
        <a:lstStyle/>
        <a:p>
          <a:endParaRPr lang="en-US"/>
        </a:p>
      </dgm:t>
    </dgm:pt>
    <dgm:pt modelId="{92CD2737-9F66-4C0F-8AD9-E0D00D0FF91B}" type="sibTrans" cxnId="{283A9CB2-386B-4E7A-8D6A-BAE6A39E7D60}">
      <dgm:prSet/>
      <dgm:spPr/>
      <dgm:t>
        <a:bodyPr/>
        <a:lstStyle/>
        <a:p>
          <a:endParaRPr lang="en-US"/>
        </a:p>
      </dgm:t>
    </dgm:pt>
    <dgm:pt modelId="{629B389C-E63B-4E23-99BF-6D35A0DED001}">
      <dgm:prSet/>
      <dgm:spPr/>
      <dgm:t>
        <a:bodyPr/>
        <a:lstStyle/>
        <a:p>
          <a:r>
            <a:rPr lang="en-US"/>
            <a:t>• Validación de datos.</a:t>
          </a:r>
        </a:p>
      </dgm:t>
    </dgm:pt>
    <dgm:pt modelId="{75C63F75-5C05-4966-BC20-C6E07A152DEE}" type="parTrans" cxnId="{89DF72B9-BE37-4E17-B443-A6830EB80747}">
      <dgm:prSet/>
      <dgm:spPr/>
      <dgm:t>
        <a:bodyPr/>
        <a:lstStyle/>
        <a:p>
          <a:endParaRPr lang="en-US"/>
        </a:p>
      </dgm:t>
    </dgm:pt>
    <dgm:pt modelId="{E304648A-3A49-4465-A0A7-41BED06A93BF}" type="sibTrans" cxnId="{89DF72B9-BE37-4E17-B443-A6830EB80747}">
      <dgm:prSet/>
      <dgm:spPr/>
      <dgm:t>
        <a:bodyPr/>
        <a:lstStyle/>
        <a:p>
          <a:endParaRPr lang="en-US"/>
        </a:p>
      </dgm:t>
    </dgm:pt>
    <dgm:pt modelId="{B6826B68-927E-4405-B177-0AF06B3D7223}" type="pres">
      <dgm:prSet presAssocID="{B16930E2-7E13-4274-A83C-88D35E784520}" presName="root" presStyleCnt="0">
        <dgm:presLayoutVars>
          <dgm:dir/>
          <dgm:resizeHandles val="exact"/>
        </dgm:presLayoutVars>
      </dgm:prSet>
      <dgm:spPr/>
    </dgm:pt>
    <dgm:pt modelId="{A57339F7-3E9C-4BCC-9576-E32524381261}" type="pres">
      <dgm:prSet presAssocID="{8A999502-96B6-4BAE-B85E-EFF3F008BEA3}" presName="compNode" presStyleCnt="0"/>
      <dgm:spPr/>
    </dgm:pt>
    <dgm:pt modelId="{F93287B3-B59B-49C3-A601-6892D62BF9E6}" type="pres">
      <dgm:prSet presAssocID="{8A999502-96B6-4BAE-B85E-EFF3F008BEA3}" presName="bgRect" presStyleLbl="bgShp" presStyleIdx="0" presStyleCnt="3"/>
      <dgm:spPr/>
    </dgm:pt>
    <dgm:pt modelId="{AFA0A6F8-7FD0-4402-B6E2-2B117C3445DD}" type="pres">
      <dgm:prSet presAssocID="{8A999502-96B6-4BAE-B85E-EFF3F008BEA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6991D253-B615-4B16-9E15-0CC0D586CF1A}" type="pres">
      <dgm:prSet presAssocID="{8A999502-96B6-4BAE-B85E-EFF3F008BEA3}" presName="spaceRect" presStyleCnt="0"/>
      <dgm:spPr/>
    </dgm:pt>
    <dgm:pt modelId="{BDC44821-DE0D-4A10-8ACA-3D364BA5BF37}" type="pres">
      <dgm:prSet presAssocID="{8A999502-96B6-4BAE-B85E-EFF3F008BEA3}" presName="parTx" presStyleLbl="revTx" presStyleIdx="0" presStyleCnt="3">
        <dgm:presLayoutVars>
          <dgm:chMax val="0"/>
          <dgm:chPref val="0"/>
        </dgm:presLayoutVars>
      </dgm:prSet>
      <dgm:spPr/>
    </dgm:pt>
    <dgm:pt modelId="{92B5612E-D11A-4684-AE47-02D53A92D144}" type="pres">
      <dgm:prSet presAssocID="{B5613E07-7D08-4D41-BBD9-79FB57D8EA35}" presName="sibTrans" presStyleCnt="0"/>
      <dgm:spPr/>
    </dgm:pt>
    <dgm:pt modelId="{56820E02-1565-4C0C-9D2C-01BDCD45724B}" type="pres">
      <dgm:prSet presAssocID="{778AFD00-7686-429D-B63B-D08F6B51169E}" presName="compNode" presStyleCnt="0"/>
      <dgm:spPr/>
    </dgm:pt>
    <dgm:pt modelId="{85618CC6-6D4B-46F3-BC64-8F23DA94B5B8}" type="pres">
      <dgm:prSet presAssocID="{778AFD00-7686-429D-B63B-D08F6B51169E}" presName="bgRect" presStyleLbl="bgShp" presStyleIdx="1" presStyleCnt="3"/>
      <dgm:spPr/>
    </dgm:pt>
    <dgm:pt modelId="{865C80A8-9C75-4169-9D37-2107523AD468}" type="pres">
      <dgm:prSet presAssocID="{778AFD00-7686-429D-B63B-D08F6B51169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B783CFB9-7794-48DC-B8DE-204BE3FCC4BE}" type="pres">
      <dgm:prSet presAssocID="{778AFD00-7686-429D-B63B-D08F6B51169E}" presName="spaceRect" presStyleCnt="0"/>
      <dgm:spPr/>
    </dgm:pt>
    <dgm:pt modelId="{C007059D-907A-4F43-8B54-589804C1B16D}" type="pres">
      <dgm:prSet presAssocID="{778AFD00-7686-429D-B63B-D08F6B51169E}" presName="parTx" presStyleLbl="revTx" presStyleIdx="1" presStyleCnt="3">
        <dgm:presLayoutVars>
          <dgm:chMax val="0"/>
          <dgm:chPref val="0"/>
        </dgm:presLayoutVars>
      </dgm:prSet>
      <dgm:spPr/>
    </dgm:pt>
    <dgm:pt modelId="{7ACFCAEC-A859-457E-81D0-40F2E78F724C}" type="pres">
      <dgm:prSet presAssocID="{92CD2737-9F66-4C0F-8AD9-E0D00D0FF91B}" presName="sibTrans" presStyleCnt="0"/>
      <dgm:spPr/>
    </dgm:pt>
    <dgm:pt modelId="{BD2EA45D-54CF-4A3F-8AF7-33DEF9173B41}" type="pres">
      <dgm:prSet presAssocID="{629B389C-E63B-4E23-99BF-6D35A0DED001}" presName="compNode" presStyleCnt="0"/>
      <dgm:spPr/>
    </dgm:pt>
    <dgm:pt modelId="{0DCFBF77-25E3-4117-ADF5-BF69FBA2721B}" type="pres">
      <dgm:prSet presAssocID="{629B389C-E63B-4E23-99BF-6D35A0DED001}" presName="bgRect" presStyleLbl="bgShp" presStyleIdx="2" presStyleCnt="3"/>
      <dgm:spPr/>
    </dgm:pt>
    <dgm:pt modelId="{21B11965-BF6C-4278-AC1A-98E878D0C9B9}" type="pres">
      <dgm:prSet presAssocID="{629B389C-E63B-4E23-99BF-6D35A0DED00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do"/>
        </a:ext>
      </dgm:extLst>
    </dgm:pt>
    <dgm:pt modelId="{6E01FFB2-93B4-4BF3-8FF1-D52B18A803E7}" type="pres">
      <dgm:prSet presAssocID="{629B389C-E63B-4E23-99BF-6D35A0DED001}" presName="spaceRect" presStyleCnt="0"/>
      <dgm:spPr/>
    </dgm:pt>
    <dgm:pt modelId="{62EFDCB0-9445-4E0B-B455-224EC11C3AF4}" type="pres">
      <dgm:prSet presAssocID="{629B389C-E63B-4E23-99BF-6D35A0DED00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4FA4F4B-6AB5-45D5-A3E0-134000E07EB6}" type="presOf" srcId="{629B389C-E63B-4E23-99BF-6D35A0DED001}" destId="{62EFDCB0-9445-4E0B-B455-224EC11C3AF4}" srcOrd="0" destOrd="0" presId="urn:microsoft.com/office/officeart/2018/2/layout/IconVerticalSolidList"/>
    <dgm:cxn modelId="{DEE83C4F-8E28-4F45-88F1-A63B456D533E}" type="presOf" srcId="{778AFD00-7686-429D-B63B-D08F6B51169E}" destId="{C007059D-907A-4F43-8B54-589804C1B16D}" srcOrd="0" destOrd="0" presId="urn:microsoft.com/office/officeart/2018/2/layout/IconVerticalSolidList"/>
    <dgm:cxn modelId="{744D4F72-0412-4CF6-AD34-B4938411E7C8}" type="presOf" srcId="{B16930E2-7E13-4274-A83C-88D35E784520}" destId="{B6826B68-927E-4405-B177-0AF06B3D7223}" srcOrd="0" destOrd="0" presId="urn:microsoft.com/office/officeart/2018/2/layout/IconVerticalSolidList"/>
    <dgm:cxn modelId="{2F5D14A1-5E39-4D59-AD20-056B8E9AAD49}" srcId="{B16930E2-7E13-4274-A83C-88D35E784520}" destId="{8A999502-96B6-4BAE-B85E-EFF3F008BEA3}" srcOrd="0" destOrd="0" parTransId="{44E71372-8AF3-4ADC-9CD5-DD74B55D1FCB}" sibTransId="{B5613E07-7D08-4D41-BBD9-79FB57D8EA35}"/>
    <dgm:cxn modelId="{283A9CB2-386B-4E7A-8D6A-BAE6A39E7D60}" srcId="{B16930E2-7E13-4274-A83C-88D35E784520}" destId="{778AFD00-7686-429D-B63B-D08F6B51169E}" srcOrd="1" destOrd="0" parTransId="{BF16FE7A-825E-4DC6-A14C-C09701801659}" sibTransId="{92CD2737-9F66-4C0F-8AD9-E0D00D0FF91B}"/>
    <dgm:cxn modelId="{89DF72B9-BE37-4E17-B443-A6830EB80747}" srcId="{B16930E2-7E13-4274-A83C-88D35E784520}" destId="{629B389C-E63B-4E23-99BF-6D35A0DED001}" srcOrd="2" destOrd="0" parTransId="{75C63F75-5C05-4966-BC20-C6E07A152DEE}" sibTransId="{E304648A-3A49-4465-A0A7-41BED06A93BF}"/>
    <dgm:cxn modelId="{FAE48FC8-97D0-4D1B-9DE3-0B3BF10E9D68}" type="presOf" srcId="{8A999502-96B6-4BAE-B85E-EFF3F008BEA3}" destId="{BDC44821-DE0D-4A10-8ACA-3D364BA5BF37}" srcOrd="0" destOrd="0" presId="urn:microsoft.com/office/officeart/2018/2/layout/IconVerticalSolidList"/>
    <dgm:cxn modelId="{0EEEA8D0-2394-4293-98EF-D5D4FF8E45D1}" type="presParOf" srcId="{B6826B68-927E-4405-B177-0AF06B3D7223}" destId="{A57339F7-3E9C-4BCC-9576-E32524381261}" srcOrd="0" destOrd="0" presId="urn:microsoft.com/office/officeart/2018/2/layout/IconVerticalSolidList"/>
    <dgm:cxn modelId="{08587326-B3A9-49C4-B22B-D42F03C0F5E7}" type="presParOf" srcId="{A57339F7-3E9C-4BCC-9576-E32524381261}" destId="{F93287B3-B59B-49C3-A601-6892D62BF9E6}" srcOrd="0" destOrd="0" presId="urn:microsoft.com/office/officeart/2018/2/layout/IconVerticalSolidList"/>
    <dgm:cxn modelId="{9F9D630D-DC7C-4F26-AF01-001F8C6E55DE}" type="presParOf" srcId="{A57339F7-3E9C-4BCC-9576-E32524381261}" destId="{AFA0A6F8-7FD0-4402-B6E2-2B117C3445DD}" srcOrd="1" destOrd="0" presId="urn:microsoft.com/office/officeart/2018/2/layout/IconVerticalSolidList"/>
    <dgm:cxn modelId="{93E7BBF2-651F-408F-B304-BDC28FADC97D}" type="presParOf" srcId="{A57339F7-3E9C-4BCC-9576-E32524381261}" destId="{6991D253-B615-4B16-9E15-0CC0D586CF1A}" srcOrd="2" destOrd="0" presId="urn:microsoft.com/office/officeart/2018/2/layout/IconVerticalSolidList"/>
    <dgm:cxn modelId="{11C2A583-0103-4E66-B055-BA6A86A9B74E}" type="presParOf" srcId="{A57339F7-3E9C-4BCC-9576-E32524381261}" destId="{BDC44821-DE0D-4A10-8ACA-3D364BA5BF37}" srcOrd="3" destOrd="0" presId="urn:microsoft.com/office/officeart/2018/2/layout/IconVerticalSolidList"/>
    <dgm:cxn modelId="{A55F9E2D-87C4-4A42-860A-7A11BBE9BC00}" type="presParOf" srcId="{B6826B68-927E-4405-B177-0AF06B3D7223}" destId="{92B5612E-D11A-4684-AE47-02D53A92D144}" srcOrd="1" destOrd="0" presId="urn:microsoft.com/office/officeart/2018/2/layout/IconVerticalSolidList"/>
    <dgm:cxn modelId="{B8E515B3-4CB6-4B66-9805-A66CF2C15C0C}" type="presParOf" srcId="{B6826B68-927E-4405-B177-0AF06B3D7223}" destId="{56820E02-1565-4C0C-9D2C-01BDCD45724B}" srcOrd="2" destOrd="0" presId="urn:microsoft.com/office/officeart/2018/2/layout/IconVerticalSolidList"/>
    <dgm:cxn modelId="{82DCF1A5-8F05-42BA-82DA-CE100EA9DB79}" type="presParOf" srcId="{56820E02-1565-4C0C-9D2C-01BDCD45724B}" destId="{85618CC6-6D4B-46F3-BC64-8F23DA94B5B8}" srcOrd="0" destOrd="0" presId="urn:microsoft.com/office/officeart/2018/2/layout/IconVerticalSolidList"/>
    <dgm:cxn modelId="{872FB659-EB11-4C0F-99DC-32822CAF6B58}" type="presParOf" srcId="{56820E02-1565-4C0C-9D2C-01BDCD45724B}" destId="{865C80A8-9C75-4169-9D37-2107523AD468}" srcOrd="1" destOrd="0" presId="urn:microsoft.com/office/officeart/2018/2/layout/IconVerticalSolidList"/>
    <dgm:cxn modelId="{27880408-E3AD-4F43-BF36-654A043BD626}" type="presParOf" srcId="{56820E02-1565-4C0C-9D2C-01BDCD45724B}" destId="{B783CFB9-7794-48DC-B8DE-204BE3FCC4BE}" srcOrd="2" destOrd="0" presId="urn:microsoft.com/office/officeart/2018/2/layout/IconVerticalSolidList"/>
    <dgm:cxn modelId="{4A2628AB-2D3B-4CB1-8343-DAE750B2AE5E}" type="presParOf" srcId="{56820E02-1565-4C0C-9D2C-01BDCD45724B}" destId="{C007059D-907A-4F43-8B54-589804C1B16D}" srcOrd="3" destOrd="0" presId="urn:microsoft.com/office/officeart/2018/2/layout/IconVerticalSolidList"/>
    <dgm:cxn modelId="{8257798E-0015-4CAE-9FD8-5806EAC58F04}" type="presParOf" srcId="{B6826B68-927E-4405-B177-0AF06B3D7223}" destId="{7ACFCAEC-A859-457E-81D0-40F2E78F724C}" srcOrd="3" destOrd="0" presId="urn:microsoft.com/office/officeart/2018/2/layout/IconVerticalSolidList"/>
    <dgm:cxn modelId="{BAF4EB82-65C0-4EC2-8D77-94C3464A77C6}" type="presParOf" srcId="{B6826B68-927E-4405-B177-0AF06B3D7223}" destId="{BD2EA45D-54CF-4A3F-8AF7-33DEF9173B41}" srcOrd="4" destOrd="0" presId="urn:microsoft.com/office/officeart/2018/2/layout/IconVerticalSolidList"/>
    <dgm:cxn modelId="{00B5FCF6-7DB5-45D4-9843-413FAF14BA43}" type="presParOf" srcId="{BD2EA45D-54CF-4A3F-8AF7-33DEF9173B41}" destId="{0DCFBF77-25E3-4117-ADF5-BF69FBA2721B}" srcOrd="0" destOrd="0" presId="urn:microsoft.com/office/officeart/2018/2/layout/IconVerticalSolidList"/>
    <dgm:cxn modelId="{CAC0A593-3E39-4FD2-95F4-900405CAEBCD}" type="presParOf" srcId="{BD2EA45D-54CF-4A3F-8AF7-33DEF9173B41}" destId="{21B11965-BF6C-4278-AC1A-98E878D0C9B9}" srcOrd="1" destOrd="0" presId="urn:microsoft.com/office/officeart/2018/2/layout/IconVerticalSolidList"/>
    <dgm:cxn modelId="{8406BDBE-3CEC-4C7A-908B-74245CC12595}" type="presParOf" srcId="{BD2EA45D-54CF-4A3F-8AF7-33DEF9173B41}" destId="{6E01FFB2-93B4-4BF3-8FF1-D52B18A803E7}" srcOrd="2" destOrd="0" presId="urn:microsoft.com/office/officeart/2018/2/layout/IconVerticalSolidList"/>
    <dgm:cxn modelId="{8AA69885-BB7A-4A51-8B52-0F752531690A}" type="presParOf" srcId="{BD2EA45D-54CF-4A3F-8AF7-33DEF9173B41}" destId="{62EFDCB0-9445-4E0B-B455-224EC11C3A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C24AE6F-CD9B-4B66-B85A-02DBE0F362E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98CCAC9-4177-4B92-B22B-458DD1E98D14}">
      <dgm:prSet/>
      <dgm:spPr/>
      <dgm:t>
        <a:bodyPr/>
        <a:lstStyle/>
        <a:p>
          <a:pPr>
            <a:defRPr cap="all"/>
          </a:pPr>
          <a:r>
            <a:rPr lang="en-US"/>
            <a:t>• Listas y diccionarios.</a:t>
          </a:r>
        </a:p>
      </dgm:t>
    </dgm:pt>
    <dgm:pt modelId="{3EF530BC-98D1-43DA-8620-EE8E85341D83}" type="parTrans" cxnId="{5BF36A84-6497-476F-AFDE-E8C8F2ACAFF2}">
      <dgm:prSet/>
      <dgm:spPr/>
      <dgm:t>
        <a:bodyPr/>
        <a:lstStyle/>
        <a:p>
          <a:endParaRPr lang="en-US"/>
        </a:p>
      </dgm:t>
    </dgm:pt>
    <dgm:pt modelId="{2FD3665B-2E96-4225-8FAF-A30AA8C99168}" type="sibTrans" cxnId="{5BF36A84-6497-476F-AFDE-E8C8F2ACAFF2}">
      <dgm:prSet/>
      <dgm:spPr/>
      <dgm:t>
        <a:bodyPr/>
        <a:lstStyle/>
        <a:p>
          <a:endParaRPr lang="en-US"/>
        </a:p>
      </dgm:t>
    </dgm:pt>
    <dgm:pt modelId="{6B741443-CF92-4F03-AAE4-9C994ABBF141}">
      <dgm:prSet/>
      <dgm:spPr/>
      <dgm:t>
        <a:bodyPr/>
        <a:lstStyle/>
        <a:p>
          <a:pPr>
            <a:defRPr cap="all"/>
          </a:pPr>
          <a:r>
            <a:rPr lang="en-US"/>
            <a:t>• Funciones.</a:t>
          </a:r>
        </a:p>
      </dgm:t>
    </dgm:pt>
    <dgm:pt modelId="{1F39FBC1-5C80-4E9F-AF82-50687427C136}" type="parTrans" cxnId="{D59C65EA-A427-4804-8624-08E4AD1B036A}">
      <dgm:prSet/>
      <dgm:spPr/>
      <dgm:t>
        <a:bodyPr/>
        <a:lstStyle/>
        <a:p>
          <a:endParaRPr lang="en-US"/>
        </a:p>
      </dgm:t>
    </dgm:pt>
    <dgm:pt modelId="{6CF3F0F4-B3CC-4D2F-963A-0243D09D8095}" type="sibTrans" cxnId="{D59C65EA-A427-4804-8624-08E4AD1B036A}">
      <dgm:prSet/>
      <dgm:spPr/>
      <dgm:t>
        <a:bodyPr/>
        <a:lstStyle/>
        <a:p>
          <a:endParaRPr lang="en-US"/>
        </a:p>
      </dgm:t>
    </dgm:pt>
    <dgm:pt modelId="{80065A8F-39A6-4B40-AB87-169D89FE4755}">
      <dgm:prSet/>
      <dgm:spPr/>
      <dgm:t>
        <a:bodyPr/>
        <a:lstStyle/>
        <a:p>
          <a:pPr>
            <a:defRPr cap="all"/>
          </a:pPr>
          <a:r>
            <a:rPr lang="en-US"/>
            <a:t>• Modularización del código.</a:t>
          </a:r>
        </a:p>
      </dgm:t>
    </dgm:pt>
    <dgm:pt modelId="{69A8F1A3-8D76-4CD6-897A-D4285083229A}" type="parTrans" cxnId="{3EFF5540-B3DA-41AF-9C81-704E0F4EDF1D}">
      <dgm:prSet/>
      <dgm:spPr/>
      <dgm:t>
        <a:bodyPr/>
        <a:lstStyle/>
        <a:p>
          <a:endParaRPr lang="en-US"/>
        </a:p>
      </dgm:t>
    </dgm:pt>
    <dgm:pt modelId="{AB980830-11F0-4D99-8B9A-CDB098147CA3}" type="sibTrans" cxnId="{3EFF5540-B3DA-41AF-9C81-704E0F4EDF1D}">
      <dgm:prSet/>
      <dgm:spPr/>
      <dgm:t>
        <a:bodyPr/>
        <a:lstStyle/>
        <a:p>
          <a:endParaRPr lang="en-US"/>
        </a:p>
      </dgm:t>
    </dgm:pt>
    <dgm:pt modelId="{38A833CF-F236-4994-9AC3-ACF52B9994FC}" type="pres">
      <dgm:prSet presAssocID="{FC24AE6F-CD9B-4B66-B85A-02DBE0F362E5}" presName="root" presStyleCnt="0">
        <dgm:presLayoutVars>
          <dgm:dir/>
          <dgm:resizeHandles val="exact"/>
        </dgm:presLayoutVars>
      </dgm:prSet>
      <dgm:spPr/>
    </dgm:pt>
    <dgm:pt modelId="{2222114D-C418-43BF-940E-F336550A56D9}" type="pres">
      <dgm:prSet presAssocID="{F98CCAC9-4177-4B92-B22B-458DD1E98D14}" presName="compNode" presStyleCnt="0"/>
      <dgm:spPr/>
    </dgm:pt>
    <dgm:pt modelId="{981D5687-ED8C-4A17-92CD-CB5253D716EE}" type="pres">
      <dgm:prSet presAssocID="{F98CCAC9-4177-4B92-B22B-458DD1E98D14}" presName="iconBgRect" presStyleLbl="bgShp" presStyleIdx="0" presStyleCnt="3"/>
      <dgm:spPr/>
    </dgm:pt>
    <dgm:pt modelId="{9152EB39-0FD1-475F-906B-32E66EB0371C}" type="pres">
      <dgm:prSet presAssocID="{F98CCAC9-4177-4B92-B22B-458DD1E98D1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42A13B2C-1881-425E-B6F5-A7FFD7A75C91}" type="pres">
      <dgm:prSet presAssocID="{F98CCAC9-4177-4B92-B22B-458DD1E98D14}" presName="spaceRect" presStyleCnt="0"/>
      <dgm:spPr/>
    </dgm:pt>
    <dgm:pt modelId="{59CF1185-48EE-4B05-80D7-A5F131755B36}" type="pres">
      <dgm:prSet presAssocID="{F98CCAC9-4177-4B92-B22B-458DD1E98D14}" presName="textRect" presStyleLbl="revTx" presStyleIdx="0" presStyleCnt="3">
        <dgm:presLayoutVars>
          <dgm:chMax val="1"/>
          <dgm:chPref val="1"/>
        </dgm:presLayoutVars>
      </dgm:prSet>
      <dgm:spPr/>
    </dgm:pt>
    <dgm:pt modelId="{A905582F-3873-487F-A682-DD0C8C8933A2}" type="pres">
      <dgm:prSet presAssocID="{2FD3665B-2E96-4225-8FAF-A30AA8C99168}" presName="sibTrans" presStyleCnt="0"/>
      <dgm:spPr/>
    </dgm:pt>
    <dgm:pt modelId="{804B3806-23A8-423D-A9E1-1BF02D56AE7F}" type="pres">
      <dgm:prSet presAssocID="{6B741443-CF92-4F03-AAE4-9C994ABBF141}" presName="compNode" presStyleCnt="0"/>
      <dgm:spPr/>
    </dgm:pt>
    <dgm:pt modelId="{D8C3BCC4-DF42-4320-8564-4F66D07833EC}" type="pres">
      <dgm:prSet presAssocID="{6B741443-CF92-4F03-AAE4-9C994ABBF141}" presName="iconBgRect" presStyleLbl="bgShp" presStyleIdx="1" presStyleCnt="3"/>
      <dgm:spPr/>
    </dgm:pt>
    <dgm:pt modelId="{C6002579-C517-4CDA-B358-46C92DD75BD3}" type="pres">
      <dgm:prSet presAssocID="{6B741443-CF92-4F03-AAE4-9C994ABBF14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4A21BE1F-404D-4990-85D6-2A1955F58A48}" type="pres">
      <dgm:prSet presAssocID="{6B741443-CF92-4F03-AAE4-9C994ABBF141}" presName="spaceRect" presStyleCnt="0"/>
      <dgm:spPr/>
    </dgm:pt>
    <dgm:pt modelId="{45FE485B-BE63-4DBA-92E5-844D1321C6DE}" type="pres">
      <dgm:prSet presAssocID="{6B741443-CF92-4F03-AAE4-9C994ABBF141}" presName="textRect" presStyleLbl="revTx" presStyleIdx="1" presStyleCnt="3">
        <dgm:presLayoutVars>
          <dgm:chMax val="1"/>
          <dgm:chPref val="1"/>
        </dgm:presLayoutVars>
      </dgm:prSet>
      <dgm:spPr/>
    </dgm:pt>
    <dgm:pt modelId="{DE334F34-7B95-4EAF-9AEE-9E489049E17F}" type="pres">
      <dgm:prSet presAssocID="{6CF3F0F4-B3CC-4D2F-963A-0243D09D8095}" presName="sibTrans" presStyleCnt="0"/>
      <dgm:spPr/>
    </dgm:pt>
    <dgm:pt modelId="{03961DF0-41E9-4EA3-B234-F6F277918729}" type="pres">
      <dgm:prSet presAssocID="{80065A8F-39A6-4B40-AB87-169D89FE4755}" presName="compNode" presStyleCnt="0"/>
      <dgm:spPr/>
    </dgm:pt>
    <dgm:pt modelId="{5EB8A1A1-69B1-4C91-B5AF-22A2589E6FBA}" type="pres">
      <dgm:prSet presAssocID="{80065A8F-39A6-4B40-AB87-169D89FE4755}" presName="iconBgRect" presStyleLbl="bgShp" presStyleIdx="2" presStyleCnt="3"/>
      <dgm:spPr/>
    </dgm:pt>
    <dgm:pt modelId="{D7D7893E-5300-4284-8DB9-113239E9DB8A}" type="pres">
      <dgm:prSet presAssocID="{80065A8F-39A6-4B40-AB87-169D89FE475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E44B2357-58B2-48D7-B18B-1C4B8D89871F}" type="pres">
      <dgm:prSet presAssocID="{80065A8F-39A6-4B40-AB87-169D89FE4755}" presName="spaceRect" presStyleCnt="0"/>
      <dgm:spPr/>
    </dgm:pt>
    <dgm:pt modelId="{8CF5D8DF-95E8-4961-8396-371047087121}" type="pres">
      <dgm:prSet presAssocID="{80065A8F-39A6-4B40-AB87-169D89FE475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8D4BB31-6B24-47B6-81B2-98F5EF0A731C}" type="presOf" srcId="{80065A8F-39A6-4B40-AB87-169D89FE4755}" destId="{8CF5D8DF-95E8-4961-8396-371047087121}" srcOrd="0" destOrd="0" presId="urn:microsoft.com/office/officeart/2018/5/layout/IconCircleLabelList"/>
    <dgm:cxn modelId="{3EFF5540-B3DA-41AF-9C81-704E0F4EDF1D}" srcId="{FC24AE6F-CD9B-4B66-B85A-02DBE0F362E5}" destId="{80065A8F-39A6-4B40-AB87-169D89FE4755}" srcOrd="2" destOrd="0" parTransId="{69A8F1A3-8D76-4CD6-897A-D4285083229A}" sibTransId="{AB980830-11F0-4D99-8B9A-CDB098147CA3}"/>
    <dgm:cxn modelId="{5BF36A84-6497-476F-AFDE-E8C8F2ACAFF2}" srcId="{FC24AE6F-CD9B-4B66-B85A-02DBE0F362E5}" destId="{F98CCAC9-4177-4B92-B22B-458DD1E98D14}" srcOrd="0" destOrd="0" parTransId="{3EF530BC-98D1-43DA-8620-EE8E85341D83}" sibTransId="{2FD3665B-2E96-4225-8FAF-A30AA8C99168}"/>
    <dgm:cxn modelId="{63359D86-1EE4-4E5C-BB19-5617579BDDA2}" type="presOf" srcId="{6B741443-CF92-4F03-AAE4-9C994ABBF141}" destId="{45FE485B-BE63-4DBA-92E5-844D1321C6DE}" srcOrd="0" destOrd="0" presId="urn:microsoft.com/office/officeart/2018/5/layout/IconCircleLabelList"/>
    <dgm:cxn modelId="{CA7EB9BE-0A23-492D-9326-A81ABCF32B90}" type="presOf" srcId="{FC24AE6F-CD9B-4B66-B85A-02DBE0F362E5}" destId="{38A833CF-F236-4994-9AC3-ACF52B9994FC}" srcOrd="0" destOrd="0" presId="urn:microsoft.com/office/officeart/2018/5/layout/IconCircleLabelList"/>
    <dgm:cxn modelId="{0C692ACC-6CF4-4E42-BE5E-D6A13107EFB6}" type="presOf" srcId="{F98CCAC9-4177-4B92-B22B-458DD1E98D14}" destId="{59CF1185-48EE-4B05-80D7-A5F131755B36}" srcOrd="0" destOrd="0" presId="urn:microsoft.com/office/officeart/2018/5/layout/IconCircleLabelList"/>
    <dgm:cxn modelId="{D59C65EA-A427-4804-8624-08E4AD1B036A}" srcId="{FC24AE6F-CD9B-4B66-B85A-02DBE0F362E5}" destId="{6B741443-CF92-4F03-AAE4-9C994ABBF141}" srcOrd="1" destOrd="0" parTransId="{1F39FBC1-5C80-4E9F-AF82-50687427C136}" sibTransId="{6CF3F0F4-B3CC-4D2F-963A-0243D09D8095}"/>
    <dgm:cxn modelId="{6773DFA5-E5EA-4603-AEF9-CC12ECFDCD88}" type="presParOf" srcId="{38A833CF-F236-4994-9AC3-ACF52B9994FC}" destId="{2222114D-C418-43BF-940E-F336550A56D9}" srcOrd="0" destOrd="0" presId="urn:microsoft.com/office/officeart/2018/5/layout/IconCircleLabelList"/>
    <dgm:cxn modelId="{009BD678-5D6D-409D-B4B4-DA1682822D4A}" type="presParOf" srcId="{2222114D-C418-43BF-940E-F336550A56D9}" destId="{981D5687-ED8C-4A17-92CD-CB5253D716EE}" srcOrd="0" destOrd="0" presId="urn:microsoft.com/office/officeart/2018/5/layout/IconCircleLabelList"/>
    <dgm:cxn modelId="{3A1EEF74-B171-4A1E-B1AA-05FBE464FFDD}" type="presParOf" srcId="{2222114D-C418-43BF-940E-F336550A56D9}" destId="{9152EB39-0FD1-475F-906B-32E66EB0371C}" srcOrd="1" destOrd="0" presId="urn:microsoft.com/office/officeart/2018/5/layout/IconCircleLabelList"/>
    <dgm:cxn modelId="{D2612629-9FC4-4708-AF20-588FD613FC6A}" type="presParOf" srcId="{2222114D-C418-43BF-940E-F336550A56D9}" destId="{42A13B2C-1881-425E-B6F5-A7FFD7A75C91}" srcOrd="2" destOrd="0" presId="urn:microsoft.com/office/officeart/2018/5/layout/IconCircleLabelList"/>
    <dgm:cxn modelId="{814219CB-126F-4FF8-9A70-E68BD8300A48}" type="presParOf" srcId="{2222114D-C418-43BF-940E-F336550A56D9}" destId="{59CF1185-48EE-4B05-80D7-A5F131755B36}" srcOrd="3" destOrd="0" presId="urn:microsoft.com/office/officeart/2018/5/layout/IconCircleLabelList"/>
    <dgm:cxn modelId="{38BFD48C-BE60-4B5A-93C3-61B29F2BB99E}" type="presParOf" srcId="{38A833CF-F236-4994-9AC3-ACF52B9994FC}" destId="{A905582F-3873-487F-A682-DD0C8C8933A2}" srcOrd="1" destOrd="0" presId="urn:microsoft.com/office/officeart/2018/5/layout/IconCircleLabelList"/>
    <dgm:cxn modelId="{2BACED41-E11E-4BE6-B6E5-3F2E2413F5A1}" type="presParOf" srcId="{38A833CF-F236-4994-9AC3-ACF52B9994FC}" destId="{804B3806-23A8-423D-A9E1-1BF02D56AE7F}" srcOrd="2" destOrd="0" presId="urn:microsoft.com/office/officeart/2018/5/layout/IconCircleLabelList"/>
    <dgm:cxn modelId="{97979717-66BF-48D9-861A-7EA4240F3283}" type="presParOf" srcId="{804B3806-23A8-423D-A9E1-1BF02D56AE7F}" destId="{D8C3BCC4-DF42-4320-8564-4F66D07833EC}" srcOrd="0" destOrd="0" presId="urn:microsoft.com/office/officeart/2018/5/layout/IconCircleLabelList"/>
    <dgm:cxn modelId="{5AFB350A-230E-405B-9A7F-922557CED7D1}" type="presParOf" srcId="{804B3806-23A8-423D-A9E1-1BF02D56AE7F}" destId="{C6002579-C517-4CDA-B358-46C92DD75BD3}" srcOrd="1" destOrd="0" presId="urn:microsoft.com/office/officeart/2018/5/layout/IconCircleLabelList"/>
    <dgm:cxn modelId="{BCC0D656-698D-48F6-BC21-ECCD39A2EA57}" type="presParOf" srcId="{804B3806-23A8-423D-A9E1-1BF02D56AE7F}" destId="{4A21BE1F-404D-4990-85D6-2A1955F58A48}" srcOrd="2" destOrd="0" presId="urn:microsoft.com/office/officeart/2018/5/layout/IconCircleLabelList"/>
    <dgm:cxn modelId="{EFAC9A84-7DBA-4B1C-A024-6D422D04369E}" type="presParOf" srcId="{804B3806-23A8-423D-A9E1-1BF02D56AE7F}" destId="{45FE485B-BE63-4DBA-92E5-844D1321C6DE}" srcOrd="3" destOrd="0" presId="urn:microsoft.com/office/officeart/2018/5/layout/IconCircleLabelList"/>
    <dgm:cxn modelId="{01978150-DAD8-4724-8DCF-A45A60C615A6}" type="presParOf" srcId="{38A833CF-F236-4994-9AC3-ACF52B9994FC}" destId="{DE334F34-7B95-4EAF-9AEE-9E489049E17F}" srcOrd="3" destOrd="0" presId="urn:microsoft.com/office/officeart/2018/5/layout/IconCircleLabelList"/>
    <dgm:cxn modelId="{9BBB2135-BBE8-46BC-A82E-A1CE888018B7}" type="presParOf" srcId="{38A833CF-F236-4994-9AC3-ACF52B9994FC}" destId="{03961DF0-41E9-4EA3-B234-F6F277918729}" srcOrd="4" destOrd="0" presId="urn:microsoft.com/office/officeart/2018/5/layout/IconCircleLabelList"/>
    <dgm:cxn modelId="{B22AE06C-F810-4198-ACE5-2F846396AB9A}" type="presParOf" srcId="{03961DF0-41E9-4EA3-B234-F6F277918729}" destId="{5EB8A1A1-69B1-4C91-B5AF-22A2589E6FBA}" srcOrd="0" destOrd="0" presId="urn:microsoft.com/office/officeart/2018/5/layout/IconCircleLabelList"/>
    <dgm:cxn modelId="{A982F725-EBFD-4F68-984E-3CCB9D624EEC}" type="presParOf" srcId="{03961DF0-41E9-4EA3-B234-F6F277918729}" destId="{D7D7893E-5300-4284-8DB9-113239E9DB8A}" srcOrd="1" destOrd="0" presId="urn:microsoft.com/office/officeart/2018/5/layout/IconCircleLabelList"/>
    <dgm:cxn modelId="{2695682D-D7B9-45BC-8DC4-DA8635A56A80}" type="presParOf" srcId="{03961DF0-41E9-4EA3-B234-F6F277918729}" destId="{E44B2357-58B2-48D7-B18B-1C4B8D89871F}" srcOrd="2" destOrd="0" presId="urn:microsoft.com/office/officeart/2018/5/layout/IconCircleLabelList"/>
    <dgm:cxn modelId="{BCE980D0-5C67-4B03-96E9-DE001E410759}" type="presParOf" srcId="{03961DF0-41E9-4EA3-B234-F6F277918729}" destId="{8CF5D8DF-95E8-4961-8396-37104708712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37460-2260-4F0A-A8FE-6EF786B53C7F}">
      <dsp:nvSpPr>
        <dsp:cNvPr id="0" name=""/>
        <dsp:cNvSpPr/>
      </dsp:nvSpPr>
      <dsp:spPr>
        <a:xfrm>
          <a:off x="717278" y="1780"/>
          <a:ext cx="1059398" cy="10593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8B02AD-FC0A-4F03-828C-F9C3AEB98101}">
      <dsp:nvSpPr>
        <dsp:cNvPr id="0" name=""/>
        <dsp:cNvSpPr/>
      </dsp:nvSpPr>
      <dsp:spPr>
        <a:xfrm>
          <a:off x="943051" y="227554"/>
          <a:ext cx="607851" cy="6078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85346-0D5D-4480-833F-4679451B338C}">
      <dsp:nvSpPr>
        <dsp:cNvPr id="0" name=""/>
        <dsp:cNvSpPr/>
      </dsp:nvSpPr>
      <dsp:spPr>
        <a:xfrm>
          <a:off x="378618" y="1391155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Juego interactivo donde la computadora adivina el número del usuario.</a:t>
          </a:r>
        </a:p>
      </dsp:txBody>
      <dsp:txXfrm>
        <a:off x="378618" y="1391155"/>
        <a:ext cx="1736718" cy="694687"/>
      </dsp:txXfrm>
    </dsp:sp>
    <dsp:sp modelId="{F94B7E8C-9800-4291-9294-699E7692A2AC}">
      <dsp:nvSpPr>
        <dsp:cNvPr id="0" name=""/>
        <dsp:cNvSpPr/>
      </dsp:nvSpPr>
      <dsp:spPr>
        <a:xfrm>
          <a:off x="2757923" y="1780"/>
          <a:ext cx="1059398" cy="10593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2F2EA6-1B9A-40A6-BC7F-D284F07EA881}">
      <dsp:nvSpPr>
        <dsp:cNvPr id="0" name=""/>
        <dsp:cNvSpPr/>
      </dsp:nvSpPr>
      <dsp:spPr>
        <a:xfrm>
          <a:off x="2983696" y="227554"/>
          <a:ext cx="607851" cy="6078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98D541-1CC0-4DE2-A8C6-A1BF31D9DCE0}">
      <dsp:nvSpPr>
        <dsp:cNvPr id="0" name=""/>
        <dsp:cNvSpPr/>
      </dsp:nvSpPr>
      <dsp:spPr>
        <a:xfrm>
          <a:off x="2419262" y="1391155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Utiliza algoritmos de búsqueda eficientes.</a:t>
          </a:r>
        </a:p>
      </dsp:txBody>
      <dsp:txXfrm>
        <a:off x="2419262" y="1391155"/>
        <a:ext cx="1736718" cy="694687"/>
      </dsp:txXfrm>
    </dsp:sp>
    <dsp:sp modelId="{751DCA20-F2A7-4379-859D-A0DFFEBDFF97}">
      <dsp:nvSpPr>
        <dsp:cNvPr id="0" name=""/>
        <dsp:cNvSpPr/>
      </dsp:nvSpPr>
      <dsp:spPr>
        <a:xfrm>
          <a:off x="1737600" y="2520022"/>
          <a:ext cx="1059398" cy="10593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DAFB9D-1CDC-480A-BED2-E9513EEC7F08}">
      <dsp:nvSpPr>
        <dsp:cNvPr id="0" name=""/>
        <dsp:cNvSpPr/>
      </dsp:nvSpPr>
      <dsp:spPr>
        <a:xfrm>
          <a:off x="1963374" y="2745796"/>
          <a:ext cx="607851" cy="6078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058D8-AE66-4370-94D8-1BAF162B4F5C}">
      <dsp:nvSpPr>
        <dsp:cNvPr id="0" name=""/>
        <dsp:cNvSpPr/>
      </dsp:nvSpPr>
      <dsp:spPr>
        <a:xfrm>
          <a:off x="1398940" y="3909397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Proyecto académico integrador.</a:t>
          </a:r>
        </a:p>
      </dsp:txBody>
      <dsp:txXfrm>
        <a:off x="1398940" y="3909397"/>
        <a:ext cx="1736718" cy="6946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E6956B-E8A8-44FF-82B5-D4A97B45CC48}">
      <dsp:nvSpPr>
        <dsp:cNvPr id="0" name=""/>
        <dsp:cNvSpPr/>
      </dsp:nvSpPr>
      <dsp:spPr>
        <a:xfrm>
          <a:off x="717278" y="1780"/>
          <a:ext cx="1059398" cy="10593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86CDD8-4A74-4FDE-B7CC-97F8E98874C2}">
      <dsp:nvSpPr>
        <dsp:cNvPr id="0" name=""/>
        <dsp:cNvSpPr/>
      </dsp:nvSpPr>
      <dsp:spPr>
        <a:xfrm>
          <a:off x="943051" y="227554"/>
          <a:ext cx="607851" cy="6078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6FA0C-2247-4B7F-8EFE-8106C844D8EA}">
      <dsp:nvSpPr>
        <dsp:cNvPr id="0" name=""/>
        <dsp:cNvSpPr/>
      </dsp:nvSpPr>
      <dsp:spPr>
        <a:xfrm>
          <a:off x="378618" y="1391155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El usuario piensa un número dentro de un rango.</a:t>
          </a:r>
        </a:p>
      </dsp:txBody>
      <dsp:txXfrm>
        <a:off x="378618" y="1391155"/>
        <a:ext cx="1736718" cy="694687"/>
      </dsp:txXfrm>
    </dsp:sp>
    <dsp:sp modelId="{06587A3D-CE66-4E28-88E8-8C8F8B6C1066}">
      <dsp:nvSpPr>
        <dsp:cNvPr id="0" name=""/>
        <dsp:cNvSpPr/>
      </dsp:nvSpPr>
      <dsp:spPr>
        <a:xfrm>
          <a:off x="2757923" y="1780"/>
          <a:ext cx="1059398" cy="10593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F298FE-799C-49CC-905B-62A0C9ADF4FD}">
      <dsp:nvSpPr>
        <dsp:cNvPr id="0" name=""/>
        <dsp:cNvSpPr/>
      </dsp:nvSpPr>
      <dsp:spPr>
        <a:xfrm>
          <a:off x="2983696" y="227554"/>
          <a:ext cx="607851" cy="6078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FEBB9E-25E9-47F7-BDA8-D97174127F22}">
      <dsp:nvSpPr>
        <dsp:cNvPr id="0" name=""/>
        <dsp:cNvSpPr/>
      </dsp:nvSpPr>
      <dsp:spPr>
        <a:xfrm>
          <a:off x="2419262" y="1391155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El sistema propone un número.</a:t>
          </a:r>
        </a:p>
      </dsp:txBody>
      <dsp:txXfrm>
        <a:off x="2419262" y="1391155"/>
        <a:ext cx="1736718" cy="694687"/>
      </dsp:txXfrm>
    </dsp:sp>
    <dsp:sp modelId="{B8007048-AFE5-41E4-B9A6-46F7BE9F3A3D}">
      <dsp:nvSpPr>
        <dsp:cNvPr id="0" name=""/>
        <dsp:cNvSpPr/>
      </dsp:nvSpPr>
      <dsp:spPr>
        <a:xfrm>
          <a:off x="717278" y="2520022"/>
          <a:ext cx="1059398" cy="10593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8FDDB-F352-4D41-8662-5E13272F6241}">
      <dsp:nvSpPr>
        <dsp:cNvPr id="0" name=""/>
        <dsp:cNvSpPr/>
      </dsp:nvSpPr>
      <dsp:spPr>
        <a:xfrm>
          <a:off x="943051" y="2745796"/>
          <a:ext cx="607851" cy="6078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185C5-63D9-4876-87A5-F6E384FDDB1F}">
      <dsp:nvSpPr>
        <dsp:cNvPr id="0" name=""/>
        <dsp:cNvSpPr/>
      </dsp:nvSpPr>
      <dsp:spPr>
        <a:xfrm>
          <a:off x="378618" y="3909397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El usuario indica si es mayor, menor o correcto.</a:t>
          </a:r>
        </a:p>
      </dsp:txBody>
      <dsp:txXfrm>
        <a:off x="378618" y="3909397"/>
        <a:ext cx="1736718" cy="694687"/>
      </dsp:txXfrm>
    </dsp:sp>
    <dsp:sp modelId="{5CC55CC5-9DDB-4DA9-98D0-9E3C75D1CD86}">
      <dsp:nvSpPr>
        <dsp:cNvPr id="0" name=""/>
        <dsp:cNvSpPr/>
      </dsp:nvSpPr>
      <dsp:spPr>
        <a:xfrm>
          <a:off x="2757923" y="2520022"/>
          <a:ext cx="1059398" cy="10593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8E16C-00C0-4DB7-839B-DF15BC406D4B}">
      <dsp:nvSpPr>
        <dsp:cNvPr id="0" name=""/>
        <dsp:cNvSpPr/>
      </dsp:nvSpPr>
      <dsp:spPr>
        <a:xfrm>
          <a:off x="2983696" y="2745796"/>
          <a:ext cx="607851" cy="6078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43628-836B-43ED-8685-E6E8C5F44D0B}">
      <dsp:nvSpPr>
        <dsp:cNvPr id="0" name=""/>
        <dsp:cNvSpPr/>
      </dsp:nvSpPr>
      <dsp:spPr>
        <a:xfrm>
          <a:off x="2419262" y="3909397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El rango se ajusta automáticamente.</a:t>
          </a:r>
        </a:p>
      </dsp:txBody>
      <dsp:txXfrm>
        <a:off x="2419262" y="3909397"/>
        <a:ext cx="1736718" cy="6946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F2AC8B-E90B-4CA0-AFB1-B606842A6552}">
      <dsp:nvSpPr>
        <dsp:cNvPr id="0" name=""/>
        <dsp:cNvSpPr/>
      </dsp:nvSpPr>
      <dsp:spPr>
        <a:xfrm>
          <a:off x="717278" y="1780"/>
          <a:ext cx="1059398" cy="10593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F6FC01-B021-4DFD-89E3-553BB35EBD80}">
      <dsp:nvSpPr>
        <dsp:cNvPr id="0" name=""/>
        <dsp:cNvSpPr/>
      </dsp:nvSpPr>
      <dsp:spPr>
        <a:xfrm>
          <a:off x="943051" y="227554"/>
          <a:ext cx="607851" cy="6078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54D72E-5B5A-4076-BC4A-A49267DA8143}">
      <dsp:nvSpPr>
        <dsp:cNvPr id="0" name=""/>
        <dsp:cNvSpPr/>
      </dsp:nvSpPr>
      <dsp:spPr>
        <a:xfrm>
          <a:off x="378618" y="1391155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Búsqueda binaria (modo normal).</a:t>
          </a:r>
        </a:p>
      </dsp:txBody>
      <dsp:txXfrm>
        <a:off x="378618" y="1391155"/>
        <a:ext cx="1736718" cy="694687"/>
      </dsp:txXfrm>
    </dsp:sp>
    <dsp:sp modelId="{A3EE10A7-95A4-416E-9EF9-7F8D2891C917}">
      <dsp:nvSpPr>
        <dsp:cNvPr id="0" name=""/>
        <dsp:cNvSpPr/>
      </dsp:nvSpPr>
      <dsp:spPr>
        <a:xfrm>
          <a:off x="2757923" y="1780"/>
          <a:ext cx="1059398" cy="10593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BE5F34-9DC5-4C1A-92B0-90A42AD471D0}">
      <dsp:nvSpPr>
        <dsp:cNvPr id="0" name=""/>
        <dsp:cNvSpPr/>
      </dsp:nvSpPr>
      <dsp:spPr>
        <a:xfrm>
          <a:off x="2983696" y="227554"/>
          <a:ext cx="607851" cy="6078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5D816-7542-4E89-AC5A-C7064EA723E7}">
      <dsp:nvSpPr>
        <dsp:cNvPr id="0" name=""/>
        <dsp:cNvSpPr/>
      </dsp:nvSpPr>
      <dsp:spPr>
        <a:xfrm>
          <a:off x="2419262" y="1391155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Búsqueda aleatoria (modo fácil).</a:t>
          </a:r>
        </a:p>
      </dsp:txBody>
      <dsp:txXfrm>
        <a:off x="2419262" y="1391155"/>
        <a:ext cx="1736718" cy="694687"/>
      </dsp:txXfrm>
    </dsp:sp>
    <dsp:sp modelId="{BC1418E7-4ADA-430A-B6A8-21E3036F2C48}">
      <dsp:nvSpPr>
        <dsp:cNvPr id="0" name=""/>
        <dsp:cNvSpPr/>
      </dsp:nvSpPr>
      <dsp:spPr>
        <a:xfrm>
          <a:off x="1737600" y="2520022"/>
          <a:ext cx="1059398" cy="10593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20E78-EFD4-4B39-B97B-7483640B6C57}">
      <dsp:nvSpPr>
        <dsp:cNvPr id="0" name=""/>
        <dsp:cNvSpPr/>
      </dsp:nvSpPr>
      <dsp:spPr>
        <a:xfrm>
          <a:off x="1963374" y="2745796"/>
          <a:ext cx="607851" cy="6078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B6D16-A3C5-486D-A01B-DFAC5E4FE6CB}">
      <dsp:nvSpPr>
        <dsp:cNvPr id="0" name=""/>
        <dsp:cNvSpPr/>
      </dsp:nvSpPr>
      <dsp:spPr>
        <a:xfrm>
          <a:off x="1398940" y="3909397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Búsqueda con ruido (modo experto).</a:t>
          </a:r>
        </a:p>
      </dsp:txBody>
      <dsp:txXfrm>
        <a:off x="1398940" y="3909397"/>
        <a:ext cx="1736718" cy="6946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67BBEE-DF81-4A23-ABD5-F9C5468F932C}">
      <dsp:nvSpPr>
        <dsp:cNvPr id="0" name=""/>
        <dsp:cNvSpPr/>
      </dsp:nvSpPr>
      <dsp:spPr>
        <a:xfrm>
          <a:off x="320334" y="708639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ABEF5-4243-48BC-A730-2E23460763B5}">
      <dsp:nvSpPr>
        <dsp:cNvPr id="0" name=""/>
        <dsp:cNvSpPr/>
      </dsp:nvSpPr>
      <dsp:spPr>
        <a:xfrm>
          <a:off x="533768" y="922073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34088E-2FC2-4A8C-9301-196212287932}">
      <dsp:nvSpPr>
        <dsp:cNvPr id="0" name=""/>
        <dsp:cNvSpPr/>
      </dsp:nvSpPr>
      <dsp:spPr>
        <a:xfrm>
          <a:off x="184" y="2022077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Partidas jugadas.</a:t>
          </a:r>
        </a:p>
      </dsp:txBody>
      <dsp:txXfrm>
        <a:off x="184" y="2022077"/>
        <a:ext cx="1641796" cy="656718"/>
      </dsp:txXfrm>
    </dsp:sp>
    <dsp:sp modelId="{7EE93D94-4A8C-4ECC-94FD-5A8DA22BDFA1}">
      <dsp:nvSpPr>
        <dsp:cNvPr id="0" name=""/>
        <dsp:cNvSpPr/>
      </dsp:nvSpPr>
      <dsp:spPr>
        <a:xfrm>
          <a:off x="2249446" y="708639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997F83-E570-4D70-8258-81607381D0E2}">
      <dsp:nvSpPr>
        <dsp:cNvPr id="0" name=""/>
        <dsp:cNvSpPr/>
      </dsp:nvSpPr>
      <dsp:spPr>
        <a:xfrm>
          <a:off x="2462879" y="922073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103CCB-6E51-4AAE-9A37-C4AF25508792}">
      <dsp:nvSpPr>
        <dsp:cNvPr id="0" name=""/>
        <dsp:cNvSpPr/>
      </dsp:nvSpPr>
      <dsp:spPr>
        <a:xfrm>
          <a:off x="1929295" y="2022077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Partidas ganadas.</a:t>
          </a:r>
        </a:p>
      </dsp:txBody>
      <dsp:txXfrm>
        <a:off x="1929295" y="2022077"/>
        <a:ext cx="1641796" cy="656718"/>
      </dsp:txXfrm>
    </dsp:sp>
    <dsp:sp modelId="{A4D0B7DA-B41C-4282-B4ED-9996F6CC5D68}">
      <dsp:nvSpPr>
        <dsp:cNvPr id="0" name=""/>
        <dsp:cNvSpPr/>
      </dsp:nvSpPr>
      <dsp:spPr>
        <a:xfrm>
          <a:off x="4178557" y="708639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CC71D-E14A-4804-95D2-8CFA37579C64}">
      <dsp:nvSpPr>
        <dsp:cNvPr id="0" name=""/>
        <dsp:cNvSpPr/>
      </dsp:nvSpPr>
      <dsp:spPr>
        <a:xfrm>
          <a:off x="4391991" y="922073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12257-857B-45E2-94B4-79FF9C52E6FB}">
      <dsp:nvSpPr>
        <dsp:cNvPr id="0" name=""/>
        <dsp:cNvSpPr/>
      </dsp:nvSpPr>
      <dsp:spPr>
        <a:xfrm>
          <a:off x="3858407" y="2022077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Mejor puntuación.</a:t>
          </a:r>
        </a:p>
      </dsp:txBody>
      <dsp:txXfrm>
        <a:off x="3858407" y="2022077"/>
        <a:ext cx="1641796" cy="656718"/>
      </dsp:txXfrm>
    </dsp:sp>
    <dsp:sp modelId="{7A0A6BE2-3E2E-429C-89D5-82E988C15BE8}">
      <dsp:nvSpPr>
        <dsp:cNvPr id="0" name=""/>
        <dsp:cNvSpPr/>
      </dsp:nvSpPr>
      <dsp:spPr>
        <a:xfrm>
          <a:off x="6107668" y="708639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D7D121-F143-4CE9-9355-9D080D2B4877}">
      <dsp:nvSpPr>
        <dsp:cNvPr id="0" name=""/>
        <dsp:cNvSpPr/>
      </dsp:nvSpPr>
      <dsp:spPr>
        <a:xfrm>
          <a:off x="6321102" y="922073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A03A1-D6B0-4F61-91AF-2A53A9AD45D4}">
      <dsp:nvSpPr>
        <dsp:cNvPr id="0" name=""/>
        <dsp:cNvSpPr/>
      </dsp:nvSpPr>
      <dsp:spPr>
        <a:xfrm>
          <a:off x="5787518" y="2022077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Promedio de intentos.</a:t>
          </a:r>
        </a:p>
      </dsp:txBody>
      <dsp:txXfrm>
        <a:off x="5787518" y="2022077"/>
        <a:ext cx="1641796" cy="6567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141D60-19B2-4D68-8F44-060FD12F08F0}">
      <dsp:nvSpPr>
        <dsp:cNvPr id="0" name=""/>
        <dsp:cNvSpPr/>
      </dsp:nvSpPr>
      <dsp:spPr>
        <a:xfrm>
          <a:off x="0" y="1911"/>
          <a:ext cx="4534600" cy="9688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43F00-D8E8-45B2-9805-21C6AD0C6C7B}">
      <dsp:nvSpPr>
        <dsp:cNvPr id="0" name=""/>
        <dsp:cNvSpPr/>
      </dsp:nvSpPr>
      <dsp:spPr>
        <a:xfrm>
          <a:off x="293077" y="219903"/>
          <a:ext cx="532868" cy="5328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5AE8D-E092-4D83-A9F2-B6B598B19B90}">
      <dsp:nvSpPr>
        <dsp:cNvPr id="0" name=""/>
        <dsp:cNvSpPr/>
      </dsp:nvSpPr>
      <dsp:spPr>
        <a:xfrm>
          <a:off x="1119023" y="1911"/>
          <a:ext cx="3415576" cy="968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37" tIns="102537" rIns="102537" bIns="10253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Nivel de dificultad.</a:t>
          </a:r>
        </a:p>
      </dsp:txBody>
      <dsp:txXfrm>
        <a:off x="1119023" y="1911"/>
        <a:ext cx="3415576" cy="968851"/>
      </dsp:txXfrm>
    </dsp:sp>
    <dsp:sp modelId="{B8E97DDD-EB3E-4A43-BD75-945E9450FFB4}">
      <dsp:nvSpPr>
        <dsp:cNvPr id="0" name=""/>
        <dsp:cNvSpPr/>
      </dsp:nvSpPr>
      <dsp:spPr>
        <a:xfrm>
          <a:off x="0" y="1212975"/>
          <a:ext cx="4534600" cy="9688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B9CBE3-7037-41C0-BE2E-9A64C6AA9865}">
      <dsp:nvSpPr>
        <dsp:cNvPr id="0" name=""/>
        <dsp:cNvSpPr/>
      </dsp:nvSpPr>
      <dsp:spPr>
        <a:xfrm>
          <a:off x="293077" y="1430967"/>
          <a:ext cx="532868" cy="5328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49E0C-7617-4FE4-9C8E-C9EF6CB14F75}">
      <dsp:nvSpPr>
        <dsp:cNvPr id="0" name=""/>
        <dsp:cNvSpPr/>
      </dsp:nvSpPr>
      <dsp:spPr>
        <a:xfrm>
          <a:off x="1119023" y="1212975"/>
          <a:ext cx="3415576" cy="968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37" tIns="102537" rIns="102537" bIns="10253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Rango de números.</a:t>
          </a:r>
        </a:p>
      </dsp:txBody>
      <dsp:txXfrm>
        <a:off x="1119023" y="1212975"/>
        <a:ext cx="3415576" cy="968851"/>
      </dsp:txXfrm>
    </dsp:sp>
    <dsp:sp modelId="{E3699D8F-591C-4930-A6DE-FFE9A54B49BF}">
      <dsp:nvSpPr>
        <dsp:cNvPr id="0" name=""/>
        <dsp:cNvSpPr/>
      </dsp:nvSpPr>
      <dsp:spPr>
        <a:xfrm>
          <a:off x="0" y="2424039"/>
          <a:ext cx="4534600" cy="9688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8F6EDE-E937-4E80-A099-98D3AC44A3BD}">
      <dsp:nvSpPr>
        <dsp:cNvPr id="0" name=""/>
        <dsp:cNvSpPr/>
      </dsp:nvSpPr>
      <dsp:spPr>
        <a:xfrm>
          <a:off x="293077" y="2642030"/>
          <a:ext cx="532868" cy="5328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06D084-9851-4573-9D54-08D3797651A5}">
      <dsp:nvSpPr>
        <dsp:cNvPr id="0" name=""/>
        <dsp:cNvSpPr/>
      </dsp:nvSpPr>
      <dsp:spPr>
        <a:xfrm>
          <a:off x="1119023" y="2424039"/>
          <a:ext cx="3415576" cy="968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37" tIns="102537" rIns="102537" bIns="10253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Número máximo de intentos.</a:t>
          </a:r>
        </a:p>
      </dsp:txBody>
      <dsp:txXfrm>
        <a:off x="1119023" y="2424039"/>
        <a:ext cx="3415576" cy="968851"/>
      </dsp:txXfrm>
    </dsp:sp>
    <dsp:sp modelId="{D5E68B75-10C4-4247-9F64-39DDBEE09FA9}">
      <dsp:nvSpPr>
        <dsp:cNvPr id="0" name=""/>
        <dsp:cNvSpPr/>
      </dsp:nvSpPr>
      <dsp:spPr>
        <a:xfrm>
          <a:off x="0" y="3635103"/>
          <a:ext cx="4534600" cy="9688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851A6-E329-4F78-8EE5-62535C588B40}">
      <dsp:nvSpPr>
        <dsp:cNvPr id="0" name=""/>
        <dsp:cNvSpPr/>
      </dsp:nvSpPr>
      <dsp:spPr>
        <a:xfrm>
          <a:off x="293077" y="3853094"/>
          <a:ext cx="532868" cy="5328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50385F-AEA0-4058-A95E-EB23AB31A2B2}">
      <dsp:nvSpPr>
        <dsp:cNvPr id="0" name=""/>
        <dsp:cNvSpPr/>
      </dsp:nvSpPr>
      <dsp:spPr>
        <a:xfrm>
          <a:off x="1119023" y="3635103"/>
          <a:ext cx="3415576" cy="9688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37" tIns="102537" rIns="102537" bIns="10253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Activación de pistas.</a:t>
          </a:r>
        </a:p>
      </dsp:txBody>
      <dsp:txXfrm>
        <a:off x="1119023" y="3635103"/>
        <a:ext cx="3415576" cy="9688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05C3BB-8226-4CE1-93DC-9B4C845038A5}">
      <dsp:nvSpPr>
        <dsp:cNvPr id="0" name=""/>
        <dsp:cNvSpPr/>
      </dsp:nvSpPr>
      <dsp:spPr>
        <a:xfrm>
          <a:off x="717278" y="1780"/>
          <a:ext cx="1059398" cy="10593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324DA4-58D3-4288-943B-36B5B1D40D43}">
      <dsp:nvSpPr>
        <dsp:cNvPr id="0" name=""/>
        <dsp:cNvSpPr/>
      </dsp:nvSpPr>
      <dsp:spPr>
        <a:xfrm>
          <a:off x="943051" y="227554"/>
          <a:ext cx="607851" cy="6078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F17A99-2E5E-4017-BB1E-1AB76162DA0A}">
      <dsp:nvSpPr>
        <dsp:cNvPr id="0" name=""/>
        <dsp:cNvSpPr/>
      </dsp:nvSpPr>
      <dsp:spPr>
        <a:xfrm>
          <a:off x="378618" y="1391155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Identificación del problema.</a:t>
          </a:r>
        </a:p>
      </dsp:txBody>
      <dsp:txXfrm>
        <a:off x="378618" y="1391155"/>
        <a:ext cx="1736718" cy="694687"/>
      </dsp:txXfrm>
    </dsp:sp>
    <dsp:sp modelId="{A2EFC362-656B-42A8-9A99-552B7CC2438F}">
      <dsp:nvSpPr>
        <dsp:cNvPr id="0" name=""/>
        <dsp:cNvSpPr/>
      </dsp:nvSpPr>
      <dsp:spPr>
        <a:xfrm>
          <a:off x="2757923" y="1780"/>
          <a:ext cx="1059398" cy="10593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3DDCEF-3204-4EB1-B747-47366C1BB642}">
      <dsp:nvSpPr>
        <dsp:cNvPr id="0" name=""/>
        <dsp:cNvSpPr/>
      </dsp:nvSpPr>
      <dsp:spPr>
        <a:xfrm>
          <a:off x="2983696" y="227554"/>
          <a:ext cx="607851" cy="6078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14850-3E86-4580-AD9D-11EC6B23D4FA}">
      <dsp:nvSpPr>
        <dsp:cNvPr id="0" name=""/>
        <dsp:cNvSpPr/>
      </dsp:nvSpPr>
      <dsp:spPr>
        <a:xfrm>
          <a:off x="2419262" y="1391155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Diseño del algoritmo.</a:t>
          </a:r>
        </a:p>
      </dsp:txBody>
      <dsp:txXfrm>
        <a:off x="2419262" y="1391155"/>
        <a:ext cx="1736718" cy="694687"/>
      </dsp:txXfrm>
    </dsp:sp>
    <dsp:sp modelId="{F2993BA9-C402-4679-A605-7ED65EC15F7E}">
      <dsp:nvSpPr>
        <dsp:cNvPr id="0" name=""/>
        <dsp:cNvSpPr/>
      </dsp:nvSpPr>
      <dsp:spPr>
        <a:xfrm>
          <a:off x="1737600" y="2520022"/>
          <a:ext cx="1059398" cy="10593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AD6DD0-B31C-4C93-94E2-1E3B6B648B15}">
      <dsp:nvSpPr>
        <dsp:cNvPr id="0" name=""/>
        <dsp:cNvSpPr/>
      </dsp:nvSpPr>
      <dsp:spPr>
        <a:xfrm>
          <a:off x="1963374" y="2745796"/>
          <a:ext cx="607851" cy="6078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C2AC5-D775-4A89-9FDC-B1A00DFA82DC}">
      <dsp:nvSpPr>
        <dsp:cNvPr id="0" name=""/>
        <dsp:cNvSpPr/>
      </dsp:nvSpPr>
      <dsp:spPr>
        <a:xfrm>
          <a:off x="1398940" y="3909397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Pensamiento lógico.</a:t>
          </a:r>
        </a:p>
      </dsp:txBody>
      <dsp:txXfrm>
        <a:off x="1398940" y="3909397"/>
        <a:ext cx="1736718" cy="6946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287B3-B59B-49C3-A601-6892D62BF9E6}">
      <dsp:nvSpPr>
        <dsp:cNvPr id="0" name=""/>
        <dsp:cNvSpPr/>
      </dsp:nvSpPr>
      <dsp:spPr>
        <a:xfrm>
          <a:off x="0" y="562"/>
          <a:ext cx="4534600" cy="1315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0A6F8-7FD0-4402-B6E2-2B117C3445DD}">
      <dsp:nvSpPr>
        <dsp:cNvPr id="0" name=""/>
        <dsp:cNvSpPr/>
      </dsp:nvSpPr>
      <dsp:spPr>
        <a:xfrm>
          <a:off x="397981" y="296581"/>
          <a:ext cx="723602" cy="7236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44821-DE0D-4A10-8ACA-3D364BA5BF37}">
      <dsp:nvSpPr>
        <dsp:cNvPr id="0" name=""/>
        <dsp:cNvSpPr/>
      </dsp:nvSpPr>
      <dsp:spPr>
        <a:xfrm>
          <a:off x="1519564" y="562"/>
          <a:ext cx="3015035" cy="1315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239" tIns="139239" rIns="139239" bIns="13923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Condicionales.</a:t>
          </a:r>
        </a:p>
      </dsp:txBody>
      <dsp:txXfrm>
        <a:off x="1519564" y="562"/>
        <a:ext cx="3015035" cy="1315640"/>
      </dsp:txXfrm>
    </dsp:sp>
    <dsp:sp modelId="{85618CC6-6D4B-46F3-BC64-8F23DA94B5B8}">
      <dsp:nvSpPr>
        <dsp:cNvPr id="0" name=""/>
        <dsp:cNvSpPr/>
      </dsp:nvSpPr>
      <dsp:spPr>
        <a:xfrm>
          <a:off x="0" y="1645112"/>
          <a:ext cx="4534600" cy="1315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5C80A8-9C75-4169-9D37-2107523AD468}">
      <dsp:nvSpPr>
        <dsp:cNvPr id="0" name=""/>
        <dsp:cNvSpPr/>
      </dsp:nvSpPr>
      <dsp:spPr>
        <a:xfrm>
          <a:off x="397981" y="1941131"/>
          <a:ext cx="723602" cy="7236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07059D-907A-4F43-8B54-589804C1B16D}">
      <dsp:nvSpPr>
        <dsp:cNvPr id="0" name=""/>
        <dsp:cNvSpPr/>
      </dsp:nvSpPr>
      <dsp:spPr>
        <a:xfrm>
          <a:off x="1519564" y="1645112"/>
          <a:ext cx="3015035" cy="1315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239" tIns="139239" rIns="139239" bIns="13923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Bucles.</a:t>
          </a:r>
        </a:p>
      </dsp:txBody>
      <dsp:txXfrm>
        <a:off x="1519564" y="1645112"/>
        <a:ext cx="3015035" cy="1315640"/>
      </dsp:txXfrm>
    </dsp:sp>
    <dsp:sp modelId="{0DCFBF77-25E3-4117-ADF5-BF69FBA2721B}">
      <dsp:nvSpPr>
        <dsp:cNvPr id="0" name=""/>
        <dsp:cNvSpPr/>
      </dsp:nvSpPr>
      <dsp:spPr>
        <a:xfrm>
          <a:off x="0" y="3289663"/>
          <a:ext cx="4534600" cy="1315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B11965-BF6C-4278-AC1A-98E878D0C9B9}">
      <dsp:nvSpPr>
        <dsp:cNvPr id="0" name=""/>
        <dsp:cNvSpPr/>
      </dsp:nvSpPr>
      <dsp:spPr>
        <a:xfrm>
          <a:off x="397981" y="3585682"/>
          <a:ext cx="723602" cy="7236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FDCB0-9445-4E0B-B455-224EC11C3AF4}">
      <dsp:nvSpPr>
        <dsp:cNvPr id="0" name=""/>
        <dsp:cNvSpPr/>
      </dsp:nvSpPr>
      <dsp:spPr>
        <a:xfrm>
          <a:off x="1519564" y="3289663"/>
          <a:ext cx="3015035" cy="1315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239" tIns="139239" rIns="139239" bIns="13923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Validación de datos.</a:t>
          </a:r>
        </a:p>
      </dsp:txBody>
      <dsp:txXfrm>
        <a:off x="1519564" y="3289663"/>
        <a:ext cx="3015035" cy="13156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1D5687-ED8C-4A17-92CD-CB5253D716EE}">
      <dsp:nvSpPr>
        <dsp:cNvPr id="0" name=""/>
        <dsp:cNvSpPr/>
      </dsp:nvSpPr>
      <dsp:spPr>
        <a:xfrm>
          <a:off x="717278" y="1780"/>
          <a:ext cx="1059398" cy="10593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52EB39-0FD1-475F-906B-32E66EB0371C}">
      <dsp:nvSpPr>
        <dsp:cNvPr id="0" name=""/>
        <dsp:cNvSpPr/>
      </dsp:nvSpPr>
      <dsp:spPr>
        <a:xfrm>
          <a:off x="943051" y="227554"/>
          <a:ext cx="607851" cy="6078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F1185-48EE-4B05-80D7-A5F131755B36}">
      <dsp:nvSpPr>
        <dsp:cNvPr id="0" name=""/>
        <dsp:cNvSpPr/>
      </dsp:nvSpPr>
      <dsp:spPr>
        <a:xfrm>
          <a:off x="378618" y="1391155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Listas y diccionarios.</a:t>
          </a:r>
        </a:p>
      </dsp:txBody>
      <dsp:txXfrm>
        <a:off x="378618" y="1391155"/>
        <a:ext cx="1736718" cy="694687"/>
      </dsp:txXfrm>
    </dsp:sp>
    <dsp:sp modelId="{D8C3BCC4-DF42-4320-8564-4F66D07833EC}">
      <dsp:nvSpPr>
        <dsp:cNvPr id="0" name=""/>
        <dsp:cNvSpPr/>
      </dsp:nvSpPr>
      <dsp:spPr>
        <a:xfrm>
          <a:off x="2757923" y="1780"/>
          <a:ext cx="1059398" cy="10593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02579-C517-4CDA-B358-46C92DD75BD3}">
      <dsp:nvSpPr>
        <dsp:cNvPr id="0" name=""/>
        <dsp:cNvSpPr/>
      </dsp:nvSpPr>
      <dsp:spPr>
        <a:xfrm>
          <a:off x="2983696" y="227554"/>
          <a:ext cx="607851" cy="6078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FE485B-BE63-4DBA-92E5-844D1321C6DE}">
      <dsp:nvSpPr>
        <dsp:cNvPr id="0" name=""/>
        <dsp:cNvSpPr/>
      </dsp:nvSpPr>
      <dsp:spPr>
        <a:xfrm>
          <a:off x="2419262" y="1391155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Funciones.</a:t>
          </a:r>
        </a:p>
      </dsp:txBody>
      <dsp:txXfrm>
        <a:off x="2419262" y="1391155"/>
        <a:ext cx="1736718" cy="694687"/>
      </dsp:txXfrm>
    </dsp:sp>
    <dsp:sp modelId="{5EB8A1A1-69B1-4C91-B5AF-22A2589E6FBA}">
      <dsp:nvSpPr>
        <dsp:cNvPr id="0" name=""/>
        <dsp:cNvSpPr/>
      </dsp:nvSpPr>
      <dsp:spPr>
        <a:xfrm>
          <a:off x="1737600" y="2520022"/>
          <a:ext cx="1059398" cy="10593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7893E-5300-4284-8DB9-113239E9DB8A}">
      <dsp:nvSpPr>
        <dsp:cNvPr id="0" name=""/>
        <dsp:cNvSpPr/>
      </dsp:nvSpPr>
      <dsp:spPr>
        <a:xfrm>
          <a:off x="1963374" y="2745796"/>
          <a:ext cx="607851" cy="6078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F5D8DF-95E8-4961-8396-371047087121}">
      <dsp:nvSpPr>
        <dsp:cNvPr id="0" name=""/>
        <dsp:cNvSpPr/>
      </dsp:nvSpPr>
      <dsp:spPr>
        <a:xfrm>
          <a:off x="1398940" y="3909397"/>
          <a:ext cx="1736718" cy="694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Modularización del código.</a:t>
          </a:r>
        </a:p>
      </dsp:txBody>
      <dsp:txXfrm>
        <a:off x="1398940" y="3909397"/>
        <a:ext cx="1736718" cy="694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34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38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2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29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1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4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9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09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14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99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12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9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78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69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372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16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úmeros en 3D en blanco y naranja">
            <a:extLst>
              <a:ext uri="{FF2B5EF4-FFF2-40B4-BE49-F238E27FC236}">
                <a16:creationId xmlns:a16="http://schemas.microsoft.com/office/drawing/2014/main" id="{82D7E87B-915B-C03C-BC2B-711D626CB5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l="12356" r="12645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609601"/>
            <a:ext cx="6507166" cy="3200400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s-ES"/>
              <a:t>PROYECTO INTEGRADOR</a:t>
            </a:r>
          </a:p>
          <a:p>
            <a:r>
              <a:rPr lang="es-ES"/>
              <a:t>ADIVINA EL NÚMERO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0"/>
            <a:ext cx="6507166" cy="1905000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C8C8C8"/>
                </a:solidFill>
              </a:defRPr>
            </a:pPr>
            <a:r>
              <a:rPr dirty="0"/>
              <a:t>Juego </a:t>
            </a:r>
            <a:r>
              <a:rPr dirty="0" err="1"/>
              <a:t>inteligente</a:t>
            </a:r>
            <a:r>
              <a:rPr dirty="0"/>
              <a:t> </a:t>
            </a:r>
            <a:r>
              <a:rPr dirty="0" err="1"/>
              <a:t>desarrollado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Python</a:t>
            </a:r>
          </a:p>
          <a:p>
            <a:r>
              <a:rPr dirty="0" err="1"/>
              <a:t>Lógica</a:t>
            </a:r>
            <a:r>
              <a:rPr dirty="0"/>
              <a:t> de </a:t>
            </a:r>
            <a:r>
              <a:rPr dirty="0" err="1"/>
              <a:t>Programación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388" y="1430179"/>
            <a:ext cx="2271985" cy="3675908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t-BR" sz="2200"/>
              <a:t>Descripción del Proyecto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0" y="0"/>
            <a:ext cx="609905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52478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86036" y="3254098"/>
            <a:ext cx="6858000" cy="349805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8C1741-2A54-4915-5B89-FCB6E5C723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2716264"/>
              </p:ext>
            </p:extLst>
          </p:nvPr>
        </p:nvGraphicFramePr>
        <p:xfrm>
          <a:off x="3790781" y="965200"/>
          <a:ext cx="4534600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388" y="1430179"/>
            <a:ext cx="2271985" cy="3675908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t-BR" sz="1700"/>
              <a:t>Funcionamiento General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0" y="0"/>
            <a:ext cx="609905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52478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86036" y="3254098"/>
            <a:ext cx="6858000" cy="349805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62EEC8-0703-D825-6374-26085F5570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4824534"/>
              </p:ext>
            </p:extLst>
          </p:nvPr>
        </p:nvGraphicFramePr>
        <p:xfrm>
          <a:off x="3790781" y="965200"/>
          <a:ext cx="4534600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388" y="1430179"/>
            <a:ext cx="2271985" cy="3675908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t-BR" sz="2500"/>
              <a:t>Algoritmos Utilizados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0" y="0"/>
            <a:ext cx="609905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52478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86036" y="3254098"/>
            <a:ext cx="6858000" cy="349805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8DF9E0-A4BB-D563-DA6C-AEA375CF41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3825004"/>
              </p:ext>
            </p:extLst>
          </p:nvPr>
        </p:nvGraphicFramePr>
        <p:xfrm>
          <a:off x="3790781" y="965200"/>
          <a:ext cx="4534600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634" y="714375"/>
            <a:ext cx="2499716" cy="5076826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t-BR" sz="3500"/>
              <a:t>Menú del Sistema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136A9-49F9-4DA0-A741-F065B0FA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5017" y="0"/>
            <a:ext cx="566898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12F6C7-0423-4B6F-AECE-710C84891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27654" y="3254098"/>
            <a:ext cx="6858000" cy="349805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208205-03EE-4EC8-9C34-59270C188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1752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9784" y="714375"/>
            <a:ext cx="4690313" cy="5076825"/>
          </a:xfrm>
        </p:spPr>
        <p:txBody>
          <a:bodyPr>
            <a:normAutofit/>
          </a:bodyPr>
          <a:lstStyle/>
          <a:p>
            <a:endParaRPr lang="es-ES">
              <a:solidFill>
                <a:schemeClr val="tx1"/>
              </a:solidFill>
            </a:endParaRPr>
          </a:p>
          <a:p>
            <a:pPr>
              <a:defRPr sz="1600">
                <a:solidFill>
                  <a:srgbClr val="DCDCDC"/>
                </a:solidFill>
              </a:defRPr>
            </a:pPr>
            <a:r>
              <a:rPr lang="es-ES">
                <a:solidFill>
                  <a:schemeClr val="tx1"/>
                </a:solidFill>
              </a:rPr>
              <a:t>• Jugar nueva partida.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rPr lang="es-ES">
                <a:solidFill>
                  <a:schemeClr val="tx1"/>
                </a:solidFill>
              </a:rPr>
              <a:t>• Ver estadísticas.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rPr lang="es-ES">
                <a:solidFill>
                  <a:schemeClr val="tx1"/>
                </a:solidFill>
              </a:rPr>
              <a:t>• Configurar juego.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rPr lang="es-ES">
                <a:solidFill>
                  <a:schemeClr val="tx1"/>
                </a:solidFill>
              </a:rPr>
              <a:t>• Instrucciones.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rPr lang="es-ES">
                <a:solidFill>
                  <a:schemeClr val="tx1"/>
                </a:solidFill>
              </a:rPr>
              <a:t>• Salir.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468582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Sistema de Estadísticas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554738-8524-4BED-4FC2-E0B6C5CB23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0171650"/>
              </p:ext>
            </p:extLst>
          </p:nvPr>
        </p:nvGraphicFramePr>
        <p:xfrm>
          <a:off x="856059" y="2286000"/>
          <a:ext cx="74295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388" y="1430179"/>
            <a:ext cx="2271985" cy="3675908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t-BR" sz="1900"/>
              <a:t>Configuración del Juego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0" y="0"/>
            <a:ext cx="609905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52478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86036" y="3254098"/>
            <a:ext cx="6858000" cy="349805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BD2F69-DEEE-4DFC-CD2D-096CB2AFCE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2446054"/>
              </p:ext>
            </p:extLst>
          </p:nvPr>
        </p:nvGraphicFramePr>
        <p:xfrm>
          <a:off x="3790781" y="965200"/>
          <a:ext cx="4534600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388" y="1430179"/>
            <a:ext cx="2271985" cy="3675908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s-ES" sz="2500"/>
              <a:t>Unidad 1 – Resolución de Problemas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0" y="0"/>
            <a:ext cx="609905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52478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86036" y="3254098"/>
            <a:ext cx="6858000" cy="349805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3DFA27-1667-7804-2310-94BBFF6BFC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7801600"/>
              </p:ext>
            </p:extLst>
          </p:nvPr>
        </p:nvGraphicFramePr>
        <p:xfrm>
          <a:off x="3790781" y="965200"/>
          <a:ext cx="4534600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94" y="609600"/>
            <a:ext cx="2732755" cy="1905000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s-ES" sz="2400"/>
              <a:t>Unidad 2 – Manejo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94" y="2666999"/>
            <a:ext cx="2732755" cy="3216276"/>
          </a:xfrm>
        </p:spPr>
        <p:txBody>
          <a:bodyPr anchor="t">
            <a:normAutofit/>
          </a:bodyPr>
          <a:lstStyle/>
          <a:p>
            <a:endParaRPr lang="es-ES" sz="1600"/>
          </a:p>
          <a:p>
            <a:pPr>
              <a:defRPr sz="1600">
                <a:solidFill>
                  <a:srgbClr val="DCDCDC"/>
                </a:solidFill>
              </a:defRPr>
            </a:pPr>
            <a:r>
              <a:rPr lang="es-ES" sz="1600"/>
              <a:t>• Variables y tipos de datos.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rPr lang="es-ES" sz="1600"/>
              <a:t>• Operadores.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16CCD8-C9CB-6C27-C416-FA8B42C93D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93" r="56503"/>
          <a:stretch>
            <a:fillRect/>
          </a:stretch>
        </p:blipFill>
        <p:spPr>
          <a:xfrm>
            <a:off x="5068558" y="645106"/>
            <a:ext cx="1996848" cy="5247747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388" y="1430179"/>
            <a:ext cx="2271985" cy="3675908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s-ES" sz="1900"/>
              <a:t>Unidad 3 – Lógica de Programación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0" y="0"/>
            <a:ext cx="609905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52478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86036" y="3254098"/>
            <a:ext cx="6858000" cy="349805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61762B-670D-F899-9A6A-BBE2B1B745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8416820"/>
              </p:ext>
            </p:extLst>
          </p:nvPr>
        </p:nvGraphicFramePr>
        <p:xfrm>
          <a:off x="3790781" y="965200"/>
          <a:ext cx="4534600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388" y="1430179"/>
            <a:ext cx="2271985" cy="3675908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s-ES" sz="2500"/>
              <a:t>Unidad 4 – Estructuras y Funciones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4950" y="0"/>
            <a:ext cx="609905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52478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86036" y="3254098"/>
            <a:ext cx="6858000" cy="349805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924E52-B795-85B5-7F98-240193335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6575495"/>
              </p:ext>
            </p:extLst>
          </p:nvPr>
        </p:nvGraphicFramePr>
        <p:xfrm>
          <a:off x="3790781" y="965200"/>
          <a:ext cx="4534600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4</TotalTime>
  <Words>241</Words>
  <Application>Microsoft Office PowerPoint</Application>
  <PresentationFormat>Presentación en pantalla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Malla</vt:lpstr>
      <vt:lpstr>PROYECTO INTEGRADOR ADIVINA EL NÚMERO</vt:lpstr>
      <vt:lpstr>Descripción del Proyecto</vt:lpstr>
      <vt:lpstr>Funcionamiento General</vt:lpstr>
      <vt:lpstr>Algoritmos Utilizados</vt:lpstr>
      <vt:lpstr>Menú del Sistema</vt:lpstr>
      <vt:lpstr>Sistema de Estadísticas</vt:lpstr>
      <vt:lpstr>Configuración del Juego</vt:lpstr>
      <vt:lpstr>Unidad 1 – Resolución de Problemas</vt:lpstr>
      <vt:lpstr>Unidad 2 – Manejo de Datos</vt:lpstr>
      <vt:lpstr>Unidad 3 – Lógica de Programación</vt:lpstr>
      <vt:lpstr>Unidad 4 – Estructuras y Funciones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SANCHEZ PALATE DANNY ARIEL</cp:lastModifiedBy>
  <cp:revision>2</cp:revision>
  <dcterms:created xsi:type="dcterms:W3CDTF">2013-01-27T09:14:16Z</dcterms:created>
  <dcterms:modified xsi:type="dcterms:W3CDTF">2025-12-23T04:21:27Z</dcterms:modified>
  <cp:category/>
</cp:coreProperties>
</file>